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8" r:id="rId3"/>
    <p:sldId id="267" r:id="rId4"/>
    <p:sldId id="259" r:id="rId5"/>
    <p:sldId id="264" r:id="rId6"/>
    <p:sldId id="261" r:id="rId7"/>
    <p:sldId id="260" r:id="rId8"/>
    <p:sldId id="269" r:id="rId9"/>
    <p:sldId id="258" r:id="rId10"/>
    <p:sldId id="263" r:id="rId11"/>
  </p:sldIdLst>
  <p:sldSz cx="18288000" cy="10287000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Bahnschrift SemiBold" panose="020B0502040204020203" pitchFamily="34" charset="0"/>
      <p:bold r:id="rId14"/>
    </p:embeddedFont>
    <p:embeddedFont>
      <p:font typeface="Bodoni MT Black" panose="02070A03080606020203" pitchFamily="18" charset="0"/>
      <p:bold r:id="rId15"/>
      <p:boldItalic r:id="rId16"/>
    </p:embeddedFont>
    <p:embeddedFont>
      <p:font typeface="Caveat" panose="020B0604020202020204" charset="0"/>
      <p:regular r:id="rId17"/>
      <p:bold r:id="rId18"/>
    </p:embeddedFont>
    <p:embeddedFont>
      <p:font typeface="IBM Plex Sans" panose="020B050305020300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8000"/>
    <a:srgbClr val="19F31E"/>
    <a:srgbClr val="5C0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47AC-A7F7-4C15-8313-D1C61381A9F6}" v="248" dt="2026-10-09T15:49:15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yansh Raj" userId="76a046969a63ef08" providerId="LiveId" clId="{8AB60549-3549-4445-A581-105850EB0D7B}"/>
    <pc:docChg chg="undo custSel addSld delSld modSld">
      <pc:chgData name="Shriyansh Raj" userId="76a046969a63ef08" providerId="LiveId" clId="{8AB60549-3549-4445-A581-105850EB0D7B}" dt="2026-10-09T15:49:41.576" v="3797" actId="2696"/>
      <pc:docMkLst>
        <pc:docMk/>
      </pc:docMkLst>
      <pc:sldChg chg="modNotes">
        <pc:chgData name="Shriyansh Raj" userId="76a046969a63ef08" providerId="LiveId" clId="{8AB60549-3549-4445-A581-105850EB0D7B}" dt="2026-10-09T15:44:42.959" v="3791"/>
        <pc:sldMkLst>
          <pc:docMk/>
          <pc:sldMk cId="0" sldId="256"/>
        </pc:sldMkLst>
      </pc:sldChg>
      <pc:sldChg chg="modNotes">
        <pc:chgData name="Shriyansh Raj" userId="76a046969a63ef08" providerId="LiveId" clId="{8AB60549-3549-4445-A581-105850EB0D7B}" dt="2026-10-09T15:44:42.959" v="3791"/>
        <pc:sldMkLst>
          <pc:docMk/>
          <pc:sldMk cId="0" sldId="257"/>
        </pc:sldMkLst>
      </pc:sldChg>
      <pc:sldChg chg="addSp delSp modSp mod">
        <pc:chgData name="Shriyansh Raj" userId="76a046969a63ef08" providerId="LiveId" clId="{8AB60549-3549-4445-A581-105850EB0D7B}" dt="2026-10-09T08:36:51.134" v="221" actId="21"/>
        <pc:sldMkLst>
          <pc:docMk/>
          <pc:sldMk cId="0" sldId="258"/>
        </pc:sldMkLst>
        <pc:picChg chg="add del mod">
          <ac:chgData name="Shriyansh Raj" userId="76a046969a63ef08" providerId="LiveId" clId="{8AB60549-3549-4445-A581-105850EB0D7B}" dt="2026-10-09T08:36:51.134" v="221" actId="21"/>
          <ac:picMkLst>
            <pc:docMk/>
            <pc:sldMk cId="0" sldId="258"/>
            <ac:picMk id="3" creationId="{795DDE1E-1106-94B2-C143-C1CC8E9AF6E4}"/>
          </ac:picMkLst>
        </pc:picChg>
      </pc:sldChg>
      <pc:sldChg chg="addSp delSp modSp mod">
        <pc:chgData name="Shriyansh Raj" userId="76a046969a63ef08" providerId="LiveId" clId="{8AB60549-3549-4445-A581-105850EB0D7B}" dt="2026-10-09T12:27:44.421" v="3652" actId="1076"/>
        <pc:sldMkLst>
          <pc:docMk/>
          <pc:sldMk cId="0" sldId="259"/>
        </pc:sldMkLst>
        <pc:spChg chg="add del mod">
          <ac:chgData name="Shriyansh Raj" userId="76a046969a63ef08" providerId="LiveId" clId="{8AB60549-3549-4445-A581-105850EB0D7B}" dt="2026-10-09T08:22:16.182" v="148" actId="11529"/>
          <ac:spMkLst>
            <pc:docMk/>
            <pc:sldMk cId="0" sldId="259"/>
            <ac:spMk id="6" creationId="{D0AE7359-F67B-136C-B0FA-297E79C75B29}"/>
          </ac:spMkLst>
        </pc:spChg>
        <pc:spChg chg="add del mod ord">
          <ac:chgData name="Shriyansh Raj" userId="76a046969a63ef08" providerId="LiveId" clId="{8AB60549-3549-4445-A581-105850EB0D7B}" dt="2026-10-09T08:26:23.610" v="186" actId="21"/>
          <ac:spMkLst>
            <pc:docMk/>
            <pc:sldMk cId="0" sldId="259"/>
            <ac:spMk id="7" creationId="{CB22F500-F712-9E9B-E798-3B2DAC2FF11B}"/>
          </ac:spMkLst>
        </pc:spChg>
        <pc:spChg chg="add mod ord">
          <ac:chgData name="Shriyansh Raj" userId="76a046969a63ef08" providerId="LiveId" clId="{8AB60549-3549-4445-A581-105850EB0D7B}" dt="2026-10-09T08:28:19.422" v="205" actId="164"/>
          <ac:spMkLst>
            <pc:docMk/>
            <pc:sldMk cId="0" sldId="259"/>
            <ac:spMk id="10" creationId="{33B44BD4-FBA7-114B-CB94-E0A7B1F47E6E}"/>
          </ac:spMkLst>
        </pc:spChg>
        <pc:spChg chg="add mod ord">
          <ac:chgData name="Shriyansh Raj" userId="76a046969a63ef08" providerId="LiveId" clId="{8AB60549-3549-4445-A581-105850EB0D7B}" dt="2026-10-09T08:54:39.147" v="364" actId="164"/>
          <ac:spMkLst>
            <pc:docMk/>
            <pc:sldMk cId="0" sldId="259"/>
            <ac:spMk id="14" creationId="{56D9F0A1-A94F-E98F-DBA6-4FF435CFCA6C}"/>
          </ac:spMkLst>
        </pc:spChg>
        <pc:spChg chg="add mod ord">
          <ac:chgData name="Shriyansh Raj" userId="76a046969a63ef08" providerId="LiveId" clId="{8AB60549-3549-4445-A581-105850EB0D7B}" dt="2026-10-09T09:04:36.689" v="405" actId="164"/>
          <ac:spMkLst>
            <pc:docMk/>
            <pc:sldMk cId="0" sldId="259"/>
            <ac:spMk id="27" creationId="{042321B5-A241-F454-0423-25F756C83E28}"/>
          </ac:spMkLst>
        </pc:spChg>
        <pc:spChg chg="add del mod">
          <ac:chgData name="Shriyansh Raj" userId="76a046969a63ef08" providerId="LiveId" clId="{8AB60549-3549-4445-A581-105850EB0D7B}" dt="2026-10-09T09:13:02.191" v="423"/>
          <ac:spMkLst>
            <pc:docMk/>
            <pc:sldMk cId="0" sldId="259"/>
            <ac:spMk id="29" creationId="{614FB234-0016-3771-D334-6D31460B9F91}"/>
          </ac:spMkLst>
        </pc:spChg>
        <pc:spChg chg="add mod">
          <ac:chgData name="Shriyansh Raj" userId="76a046969a63ef08" providerId="LiveId" clId="{8AB60549-3549-4445-A581-105850EB0D7B}" dt="2026-10-09T09:48:17.344" v="1300" actId="255"/>
          <ac:spMkLst>
            <pc:docMk/>
            <pc:sldMk cId="0" sldId="259"/>
            <ac:spMk id="30" creationId="{E0920784-B1BB-4FAD-2762-A5C0454EDE35}"/>
          </ac:spMkLst>
        </pc:spChg>
        <pc:spChg chg="add del">
          <ac:chgData name="Shriyansh Raj" userId="76a046969a63ef08" providerId="LiveId" clId="{8AB60549-3549-4445-A581-105850EB0D7B}" dt="2026-10-09T09:18:25.668" v="554" actId="11529"/>
          <ac:spMkLst>
            <pc:docMk/>
            <pc:sldMk cId="0" sldId="259"/>
            <ac:spMk id="31" creationId="{B19BC40B-144D-A6D6-30E2-7B157343ECBF}"/>
          </ac:spMkLst>
        </pc:spChg>
        <pc:spChg chg="add del">
          <ac:chgData name="Shriyansh Raj" userId="76a046969a63ef08" providerId="LiveId" clId="{8AB60549-3549-4445-A581-105850EB0D7B}" dt="2026-10-09T09:21:51.887" v="563" actId="11529"/>
          <ac:spMkLst>
            <pc:docMk/>
            <pc:sldMk cId="0" sldId="259"/>
            <ac:spMk id="32" creationId="{96AA852E-F467-EA2A-7194-08CEF3A5CB31}"/>
          </ac:spMkLst>
        </pc:spChg>
        <pc:spChg chg="add del">
          <ac:chgData name="Shriyansh Raj" userId="76a046969a63ef08" providerId="LiveId" clId="{8AB60549-3549-4445-A581-105850EB0D7B}" dt="2026-10-09T09:25:13.715" v="587" actId="478"/>
          <ac:spMkLst>
            <pc:docMk/>
            <pc:sldMk cId="0" sldId="259"/>
            <ac:spMk id="47" creationId="{B9C1B855-352A-67E8-2B97-34E8A7707BAE}"/>
          </ac:spMkLst>
        </pc:spChg>
        <pc:spChg chg="add del mod">
          <ac:chgData name="Shriyansh Raj" userId="76a046969a63ef08" providerId="LiveId" clId="{8AB60549-3549-4445-A581-105850EB0D7B}" dt="2026-10-09T09:37:31.209" v="811" actId="478"/>
          <ac:spMkLst>
            <pc:docMk/>
            <pc:sldMk cId="0" sldId="259"/>
            <ac:spMk id="48" creationId="{713FE385-A067-8E40-6507-BBBB40C8C1D5}"/>
          </ac:spMkLst>
        </pc:spChg>
        <pc:spChg chg="add del mod">
          <ac:chgData name="Shriyansh Raj" userId="76a046969a63ef08" providerId="LiveId" clId="{8AB60549-3549-4445-A581-105850EB0D7B}" dt="2026-10-09T09:37:34.257" v="812" actId="478"/>
          <ac:spMkLst>
            <pc:docMk/>
            <pc:sldMk cId="0" sldId="259"/>
            <ac:spMk id="50" creationId="{8F6E973B-8D19-7118-0D37-C5E73A81B39C}"/>
          </ac:spMkLst>
        </pc:spChg>
        <pc:spChg chg="add del mod">
          <ac:chgData name="Shriyansh Raj" userId="76a046969a63ef08" providerId="LiveId" clId="{8AB60549-3549-4445-A581-105850EB0D7B}" dt="2026-10-09T09:53:01.090" v="1315"/>
          <ac:spMkLst>
            <pc:docMk/>
            <pc:sldMk cId="0" sldId="259"/>
            <ac:spMk id="58" creationId="{D18FB619-43B2-5666-4AB1-E0498198259B}"/>
          </ac:spMkLst>
        </pc:spChg>
        <pc:spChg chg="add mod">
          <ac:chgData name="Shriyansh Raj" userId="76a046969a63ef08" providerId="LiveId" clId="{8AB60549-3549-4445-A581-105850EB0D7B}" dt="2026-10-09T09:57:07.150" v="1371" actId="255"/>
          <ac:spMkLst>
            <pc:docMk/>
            <pc:sldMk cId="0" sldId="259"/>
            <ac:spMk id="60" creationId="{0B8D1BFB-4942-088B-A6C9-24ADD3BDC479}"/>
          </ac:spMkLst>
        </pc:spChg>
        <pc:spChg chg="add mod">
          <ac:chgData name="Shriyansh Raj" userId="76a046969a63ef08" providerId="LiveId" clId="{8AB60549-3549-4445-A581-105850EB0D7B}" dt="2026-10-09T09:58:35.493" v="1386" actId="255"/>
          <ac:spMkLst>
            <pc:docMk/>
            <pc:sldMk cId="0" sldId="259"/>
            <ac:spMk id="62" creationId="{976356ED-B802-D98F-E75F-D283AAFD9DC6}"/>
          </ac:spMkLst>
        </pc:spChg>
        <pc:spChg chg="add mod">
          <ac:chgData name="Shriyansh Raj" userId="76a046969a63ef08" providerId="LiveId" clId="{8AB60549-3549-4445-A581-105850EB0D7B}" dt="2026-10-09T09:52:53.497" v="1312" actId="1076"/>
          <ac:spMkLst>
            <pc:docMk/>
            <pc:sldMk cId="0" sldId="259"/>
            <ac:spMk id="64" creationId="{C65433C5-ECFB-08C1-FDCB-0C34896CF921}"/>
          </ac:spMkLst>
        </pc:spChg>
        <pc:spChg chg="add mod">
          <ac:chgData name="Shriyansh Raj" userId="76a046969a63ef08" providerId="LiveId" clId="{8AB60549-3549-4445-A581-105850EB0D7B}" dt="2026-10-09T09:59:47.660" v="1388" actId="207"/>
          <ac:spMkLst>
            <pc:docMk/>
            <pc:sldMk cId="0" sldId="259"/>
            <ac:spMk id="66" creationId="{961BB326-A03B-19BE-4099-10864B3E8FF2}"/>
          </ac:spMkLst>
        </pc:spChg>
        <pc:spChg chg="add del mod">
          <ac:chgData name="Shriyansh Raj" userId="76a046969a63ef08" providerId="LiveId" clId="{8AB60549-3549-4445-A581-105850EB0D7B}" dt="2026-10-09T09:53:58.331" v="1324"/>
          <ac:spMkLst>
            <pc:docMk/>
            <pc:sldMk cId="0" sldId="259"/>
            <ac:spMk id="67" creationId="{A42EA0A5-20C7-D83B-3969-AD9FC054C6D6}"/>
          </ac:spMkLst>
        </pc:spChg>
        <pc:spChg chg="add del mod">
          <ac:chgData name="Shriyansh Raj" userId="76a046969a63ef08" providerId="LiveId" clId="{8AB60549-3549-4445-A581-105850EB0D7B}" dt="2026-10-09T10:04:31.038" v="1413"/>
          <ac:spMkLst>
            <pc:docMk/>
            <pc:sldMk cId="0" sldId="259"/>
            <ac:spMk id="69" creationId="{3A7D2FBE-B246-46FB-C5C5-8016E87B71A5}"/>
          </ac:spMkLst>
        </pc:spChg>
        <pc:spChg chg="add del mod">
          <ac:chgData name="Shriyansh Raj" userId="76a046969a63ef08" providerId="LiveId" clId="{8AB60549-3549-4445-A581-105850EB0D7B}" dt="2026-10-09T10:19:26.512" v="1432"/>
          <ac:spMkLst>
            <pc:docMk/>
            <pc:sldMk cId="0" sldId="259"/>
            <ac:spMk id="75" creationId="{DD82838E-42AF-1A4D-2DAF-B8F75F3987D5}"/>
          </ac:spMkLst>
        </pc:spChg>
        <pc:spChg chg="add mod">
          <ac:chgData name="Shriyansh Raj" userId="76a046969a63ef08" providerId="LiveId" clId="{8AB60549-3549-4445-A581-105850EB0D7B}" dt="2026-10-09T10:48:37.038" v="3631" actId="115"/>
          <ac:spMkLst>
            <pc:docMk/>
            <pc:sldMk cId="0" sldId="259"/>
            <ac:spMk id="76" creationId="{54F6BD43-FC97-F5F8-DA61-F4FF3BFFB9D7}"/>
          </ac:spMkLst>
        </pc:spChg>
        <pc:spChg chg="add del mod">
          <ac:chgData name="Shriyansh Raj" userId="76a046969a63ef08" providerId="LiveId" clId="{8AB60549-3549-4445-A581-105850EB0D7B}" dt="2026-10-09T10:20:33.103" v="2147"/>
          <ac:spMkLst>
            <pc:docMk/>
            <pc:sldMk cId="0" sldId="259"/>
            <ac:spMk id="77" creationId="{D7E4B622-00BB-81E7-32E3-BE26EAF0EC43}"/>
          </ac:spMkLst>
        </pc:spChg>
        <pc:spChg chg="add mod">
          <ac:chgData name="Shriyansh Raj" userId="76a046969a63ef08" providerId="LiveId" clId="{8AB60549-3549-4445-A581-105850EB0D7B}" dt="2026-10-09T10:48:17.566" v="3628" actId="115"/>
          <ac:spMkLst>
            <pc:docMk/>
            <pc:sldMk cId="0" sldId="259"/>
            <ac:spMk id="78" creationId="{41878544-0145-7FCB-2464-C14EF8024FBE}"/>
          </ac:spMkLst>
        </pc:spChg>
        <pc:spChg chg="add mod">
          <ac:chgData name="Shriyansh Raj" userId="76a046969a63ef08" providerId="LiveId" clId="{8AB60549-3549-4445-A581-105850EB0D7B}" dt="2026-10-09T10:47:51.018" v="3625" actId="115"/>
          <ac:spMkLst>
            <pc:docMk/>
            <pc:sldMk cId="0" sldId="259"/>
            <ac:spMk id="79" creationId="{D5626F41-B6BE-D117-4A5C-BF80157F1F73}"/>
          </ac:spMkLst>
        </pc:spChg>
        <pc:spChg chg="add del ord">
          <ac:chgData name="Shriyansh Raj" userId="76a046969a63ef08" providerId="LiveId" clId="{8AB60549-3549-4445-A581-105850EB0D7B}" dt="2026-10-09T12:27:12.820" v="3650" actId="21"/>
          <ac:spMkLst>
            <pc:docMk/>
            <pc:sldMk cId="0" sldId="259"/>
            <ac:spMk id="82" creationId="{7C059603-F60E-EFBA-41DC-42CD9BAABA94}"/>
          </ac:spMkLst>
        </pc:spChg>
        <pc:grpChg chg="add mod">
          <ac:chgData name="Shriyansh Raj" userId="76a046969a63ef08" providerId="LiveId" clId="{8AB60549-3549-4445-A581-105850EB0D7B}" dt="2026-10-09T10:03:08.320" v="1408" actId="1038"/>
          <ac:grpSpMkLst>
            <pc:docMk/>
            <pc:sldMk cId="0" sldId="259"/>
            <ac:grpSpMk id="11" creationId="{ECA57209-A5D8-9151-00D6-40CD5F962CF7}"/>
          </ac:grpSpMkLst>
        </pc:grpChg>
        <pc:grpChg chg="mod">
          <ac:chgData name="Shriyansh Raj" userId="76a046969a63ef08" providerId="LiveId" clId="{8AB60549-3549-4445-A581-105850EB0D7B}" dt="2026-10-09T10:01:48.499" v="1390" actId="1076"/>
          <ac:grpSpMkLst>
            <pc:docMk/>
            <pc:sldMk cId="0" sldId="259"/>
            <ac:grpSpMk id="15" creationId="{13C96148-8DAA-D192-A3AC-435CFD391041}"/>
          </ac:grpSpMkLst>
        </pc:grpChg>
        <pc:grpChg chg="mod">
          <ac:chgData name="Shriyansh Raj" userId="76a046969a63ef08" providerId="LiveId" clId="{8AB60549-3549-4445-A581-105850EB0D7B}" dt="2026-10-09T09:53:22.536" v="1318" actId="1076"/>
          <ac:grpSpMkLst>
            <pc:docMk/>
            <pc:sldMk cId="0" sldId="259"/>
            <ac:grpSpMk id="22" creationId="{0FE7A08C-C1A4-DAAF-E987-4412F974521F}"/>
          </ac:grpSpMkLst>
        </pc:grpChg>
        <pc:grpChg chg="mod">
          <ac:chgData name="Shriyansh Raj" userId="76a046969a63ef08" providerId="LiveId" clId="{8AB60549-3549-4445-A581-105850EB0D7B}" dt="2026-10-09T10:01:44.998" v="1389" actId="1076"/>
          <ac:grpSpMkLst>
            <pc:docMk/>
            <pc:sldMk cId="0" sldId="259"/>
            <ac:grpSpMk id="23" creationId="{2906DF76-D767-8A18-C7B6-DA92B6B0427B}"/>
          </ac:grpSpMkLst>
        </pc:grpChg>
        <pc:grpChg chg="add mod">
          <ac:chgData name="Shriyansh Raj" userId="76a046969a63ef08" providerId="LiveId" clId="{8AB60549-3549-4445-A581-105850EB0D7B}" dt="2026-10-09T10:02:45.499" v="1393" actId="1076"/>
          <ac:grpSpMkLst>
            <pc:docMk/>
            <pc:sldMk cId="0" sldId="259"/>
            <ac:grpSpMk id="24" creationId="{4C219E65-84A9-B860-80A0-217719C7382F}"/>
          </ac:grpSpMkLst>
        </pc:grpChg>
        <pc:grpChg chg="add mod">
          <ac:chgData name="Shriyansh Raj" userId="76a046969a63ef08" providerId="LiveId" clId="{8AB60549-3549-4445-A581-105850EB0D7B}" dt="2026-10-09T10:03:15.998" v="1409" actId="1037"/>
          <ac:grpSpMkLst>
            <pc:docMk/>
            <pc:sldMk cId="0" sldId="259"/>
            <ac:grpSpMk id="28" creationId="{E9FC28CF-933D-1A3B-A134-A94D69CD3F2B}"/>
          </ac:grpSpMkLst>
        </pc:grpChg>
        <pc:graphicFrameChg chg="add mod">
          <ac:chgData name="Shriyansh Raj" userId="76a046969a63ef08" providerId="LiveId" clId="{8AB60549-3549-4445-A581-105850EB0D7B}" dt="2026-10-09T10:12:53.047" v="1425"/>
          <ac:graphicFrameMkLst>
            <pc:docMk/>
            <pc:sldMk cId="0" sldId="259"/>
            <ac:graphicFrameMk id="72" creationId="{CBD08F34-D6A5-5D1C-4255-C967CFB8491B}"/>
          </ac:graphicFrameMkLst>
        </pc:graphicFrameChg>
        <pc:picChg chg="add del mod">
          <ac:chgData name="Shriyansh Raj" userId="76a046969a63ef08" providerId="LiveId" clId="{8AB60549-3549-4445-A581-105850EB0D7B}" dt="2026-10-09T08:23:30.029" v="159" actId="21"/>
          <ac:picMkLst>
            <pc:docMk/>
            <pc:sldMk cId="0" sldId="259"/>
            <ac:picMk id="5" creationId="{82DD7C19-30B2-BBE3-54D5-D6AA96E41C8B}"/>
          </ac:picMkLst>
        </pc:picChg>
        <pc:picChg chg="add mod">
          <ac:chgData name="Shriyansh Raj" userId="76a046969a63ef08" providerId="LiveId" clId="{8AB60549-3549-4445-A581-105850EB0D7B}" dt="2026-10-09T08:36:14.670" v="216" actId="1037"/>
          <ac:picMkLst>
            <pc:docMk/>
            <pc:sldMk cId="0" sldId="259"/>
            <ac:picMk id="9" creationId="{AD93CF8F-5693-9CCB-D655-A295C9A8FD35}"/>
          </ac:picMkLst>
        </pc:picChg>
        <pc:picChg chg="add del mod">
          <ac:chgData name="Shriyansh Raj" userId="76a046969a63ef08" providerId="LiveId" clId="{8AB60549-3549-4445-A581-105850EB0D7B}" dt="2026-10-09T08:43:55.129" v="248" actId="21"/>
          <ac:picMkLst>
            <pc:docMk/>
            <pc:sldMk cId="0" sldId="259"/>
            <ac:picMk id="13" creationId="{0CB8B8BE-00C1-6473-76B6-B4E07087AF1F}"/>
          </ac:picMkLst>
        </pc:picChg>
        <pc:picChg chg="add mod">
          <ac:chgData name="Shriyansh Raj" userId="76a046969a63ef08" providerId="LiveId" clId="{8AB60549-3549-4445-A581-105850EB0D7B}" dt="2026-10-09T08:54:39.147" v="364" actId="164"/>
          <ac:picMkLst>
            <pc:docMk/>
            <pc:sldMk cId="0" sldId="259"/>
            <ac:picMk id="19" creationId="{AA991B9F-A574-C09D-2622-6702EFAE4E99}"/>
          </ac:picMkLst>
        </pc:picChg>
        <pc:picChg chg="add mod">
          <ac:chgData name="Shriyansh Raj" userId="76a046969a63ef08" providerId="LiveId" clId="{8AB60549-3549-4445-A581-105850EB0D7B}" dt="2026-10-09T09:04:36.689" v="405" actId="164"/>
          <ac:picMkLst>
            <pc:docMk/>
            <pc:sldMk cId="0" sldId="259"/>
            <ac:picMk id="26" creationId="{295E3854-5375-B4CD-389F-46A865E6800A}"/>
          </ac:picMkLst>
        </pc:picChg>
        <pc:picChg chg="add del mod">
          <ac:chgData name="Shriyansh Raj" userId="76a046969a63ef08" providerId="LiveId" clId="{8AB60549-3549-4445-A581-105850EB0D7B}" dt="2026-10-09T10:12:18.454" v="1423" actId="21"/>
          <ac:picMkLst>
            <pc:docMk/>
            <pc:sldMk cId="0" sldId="259"/>
            <ac:picMk id="71" creationId="{0D042172-027D-43C8-42B9-749243B62175}"/>
          </ac:picMkLst>
        </pc:picChg>
        <pc:picChg chg="add del mod">
          <ac:chgData name="Shriyansh Raj" userId="76a046969a63ef08" providerId="LiveId" clId="{8AB60549-3549-4445-A581-105850EB0D7B}" dt="2026-10-09T10:14:35.693" v="1429" actId="478"/>
          <ac:picMkLst>
            <pc:docMk/>
            <pc:sldMk cId="0" sldId="259"/>
            <ac:picMk id="74" creationId="{EE05A84E-FAB1-C31B-983E-5F3078CA2399}"/>
          </ac:picMkLst>
        </pc:picChg>
        <pc:picChg chg="add mod">
          <ac:chgData name="Shriyansh Raj" userId="76a046969a63ef08" providerId="LiveId" clId="{8AB60549-3549-4445-A581-105850EB0D7B}" dt="2026-10-09T12:27:44.421" v="3652" actId="1076"/>
          <ac:picMkLst>
            <pc:docMk/>
            <pc:sldMk cId="0" sldId="259"/>
            <ac:picMk id="81" creationId="{D2CA4828-657A-2756-51EE-3F9A964149FC}"/>
          </ac:picMkLst>
        </pc:picChg>
        <pc:picChg chg="mod">
          <ac:chgData name="Shriyansh Raj" userId="76a046969a63ef08" providerId="LiveId" clId="{8AB60549-3549-4445-A581-105850EB0D7B}" dt="2026-10-09T09:36:42.224" v="802" actId="1076"/>
          <ac:picMkLst>
            <pc:docMk/>
            <pc:sldMk cId="0" sldId="259"/>
            <ac:picMk id="116" creationId="{00000000-0000-0000-0000-000000000000}"/>
          </ac:picMkLst>
        </pc:picChg>
        <pc:cxnChg chg="add del mod">
          <ac:chgData name="Shriyansh Raj" userId="76a046969a63ef08" providerId="LiveId" clId="{8AB60549-3549-4445-A581-105850EB0D7B}" dt="2026-10-09T09:22:38.579" v="567" actId="478"/>
          <ac:cxnSpMkLst>
            <pc:docMk/>
            <pc:sldMk cId="0" sldId="259"/>
            <ac:cxnSpMk id="34" creationId="{0E646E98-0264-43A2-FF56-B83D2667D527}"/>
          </ac:cxnSpMkLst>
        </pc:cxnChg>
        <pc:cxnChg chg="add del">
          <ac:chgData name="Shriyansh Raj" userId="76a046969a63ef08" providerId="LiveId" clId="{8AB60549-3549-4445-A581-105850EB0D7B}" dt="2026-10-09T09:22:56.041" v="569" actId="478"/>
          <ac:cxnSpMkLst>
            <pc:docMk/>
            <pc:sldMk cId="0" sldId="259"/>
            <ac:cxnSpMk id="37" creationId="{8073E365-F7AA-4DE0-E946-8401FA538522}"/>
          </ac:cxnSpMkLst>
        </pc:cxnChg>
        <pc:cxnChg chg="add del mod">
          <ac:chgData name="Shriyansh Raj" userId="76a046969a63ef08" providerId="LiveId" clId="{8AB60549-3549-4445-A581-105850EB0D7B}" dt="2026-10-09T09:24:42.364" v="585" actId="21"/>
          <ac:cxnSpMkLst>
            <pc:docMk/>
            <pc:sldMk cId="0" sldId="259"/>
            <ac:cxnSpMk id="39" creationId="{D2458CAF-1881-7433-1581-9DD68E2453E6}"/>
          </ac:cxnSpMkLst>
        </pc:cxnChg>
        <pc:cxnChg chg="add del mod">
          <ac:chgData name="Shriyansh Raj" userId="76a046969a63ef08" providerId="LiveId" clId="{8AB60549-3549-4445-A581-105850EB0D7B}" dt="2026-10-09T09:26:34.290" v="596" actId="478"/>
          <ac:cxnSpMkLst>
            <pc:docMk/>
            <pc:sldMk cId="0" sldId="259"/>
            <ac:cxnSpMk id="41" creationId="{25ADC806-D95D-0A65-5CDD-F2A59EBBACD9}"/>
          </ac:cxnSpMkLst>
        </pc:cxnChg>
        <pc:cxnChg chg="add mod">
          <ac:chgData name="Shriyansh Raj" userId="76a046969a63ef08" providerId="LiveId" clId="{8AB60549-3549-4445-A581-105850EB0D7B}" dt="2026-10-09T10:02:11.357" v="1391" actId="14100"/>
          <ac:cxnSpMkLst>
            <pc:docMk/>
            <pc:sldMk cId="0" sldId="259"/>
            <ac:cxnSpMk id="52" creationId="{15CCD9DD-5878-E5A0-9CB0-2A04D82E2161}"/>
          </ac:cxnSpMkLst>
        </pc:cxnChg>
        <pc:cxnChg chg="add mod">
          <ac:chgData name="Shriyansh Raj" userId="76a046969a63ef08" providerId="LiveId" clId="{8AB60549-3549-4445-A581-105850EB0D7B}" dt="2026-10-09T10:01:44.998" v="1389" actId="1076"/>
          <ac:cxnSpMkLst>
            <pc:docMk/>
            <pc:sldMk cId="0" sldId="259"/>
            <ac:cxnSpMk id="55" creationId="{47A0972D-1D39-27BF-191D-14875B9AB70B}"/>
          </ac:cxnSpMkLst>
        </pc:cxnChg>
      </pc:sldChg>
      <pc:sldChg chg="addSp delSp modSp del mod">
        <pc:chgData name="Shriyansh Raj" userId="76a046969a63ef08" providerId="LiveId" clId="{8AB60549-3549-4445-A581-105850EB0D7B}" dt="2026-10-09T15:45:58.362" v="3793" actId="2696"/>
        <pc:sldMkLst>
          <pc:docMk/>
          <pc:sldMk cId="0" sldId="260"/>
        </pc:sldMkLst>
        <pc:spChg chg="add del mod">
          <ac:chgData name="Shriyansh Raj" userId="76a046969a63ef08" providerId="LiveId" clId="{8AB60549-3549-4445-A581-105850EB0D7B}" dt="2026-10-09T14:23:56.681" v="3740" actId="11529"/>
          <ac:spMkLst>
            <pc:docMk/>
            <pc:sldMk cId="0" sldId="260"/>
            <ac:spMk id="2" creationId="{8348741D-9B2E-4A21-EE50-97ACF9FD7F86}"/>
          </ac:spMkLst>
        </pc:spChg>
        <pc:spChg chg="add mod">
          <ac:chgData name="Shriyansh Raj" userId="76a046969a63ef08" providerId="LiveId" clId="{8AB60549-3549-4445-A581-105850EB0D7B}" dt="2026-10-09T14:30:05.655" v="3761" actId="208"/>
          <ac:spMkLst>
            <pc:docMk/>
            <pc:sldMk cId="0" sldId="260"/>
            <ac:spMk id="3" creationId="{F68FD9E1-7805-5724-7AFD-F2F6BD52AE48}"/>
          </ac:spMkLst>
        </pc:spChg>
        <pc:spChg chg="add del">
          <ac:chgData name="Shriyansh Raj" userId="76a046969a63ef08" providerId="LiveId" clId="{8AB60549-3549-4445-A581-105850EB0D7B}" dt="2026-10-09T14:25:15.828" v="3748" actId="22"/>
          <ac:spMkLst>
            <pc:docMk/>
            <pc:sldMk cId="0" sldId="260"/>
            <ac:spMk id="5" creationId="{28D4D7C3-2DBA-93A1-9166-59BDC4DAF064}"/>
          </ac:spMkLst>
        </pc:spChg>
        <pc:spChg chg="add del">
          <ac:chgData name="Shriyansh Raj" userId="76a046969a63ef08" providerId="LiveId" clId="{8AB60549-3549-4445-A581-105850EB0D7B}" dt="2026-10-09T14:25:15.515" v="3747" actId="22"/>
          <ac:spMkLst>
            <pc:docMk/>
            <pc:sldMk cId="0" sldId="260"/>
            <ac:spMk id="7" creationId="{5B8C4A72-2EC1-588D-45D6-AE2AF8ADA402}"/>
          </ac:spMkLst>
        </pc:spChg>
        <pc:spChg chg="add mod">
          <ac:chgData name="Shriyansh Raj" userId="76a046969a63ef08" providerId="LiveId" clId="{8AB60549-3549-4445-A581-105850EB0D7B}" dt="2026-10-09T14:30:05.655" v="3761" actId="208"/>
          <ac:spMkLst>
            <pc:docMk/>
            <pc:sldMk cId="0" sldId="260"/>
            <ac:spMk id="9" creationId="{3ACD3676-C2C8-4E96-E605-D867825C3CAC}"/>
          </ac:spMkLst>
        </pc:spChg>
        <pc:spChg chg="add mod">
          <ac:chgData name="Shriyansh Raj" userId="76a046969a63ef08" providerId="LiveId" clId="{8AB60549-3549-4445-A581-105850EB0D7B}" dt="2026-10-09T14:30:05.655" v="3761" actId="208"/>
          <ac:spMkLst>
            <pc:docMk/>
            <pc:sldMk cId="0" sldId="260"/>
            <ac:spMk id="11" creationId="{38398858-1BAA-7159-E1AC-6FBDA8FB4C65}"/>
          </ac:spMkLst>
        </pc:spChg>
        <pc:spChg chg="add del mod">
          <ac:chgData name="Shriyansh Raj" userId="76a046969a63ef08" providerId="LiveId" clId="{8AB60549-3549-4445-A581-105850EB0D7B}" dt="2026-10-09T14:30:34.138" v="3763" actId="478"/>
          <ac:spMkLst>
            <pc:docMk/>
            <pc:sldMk cId="0" sldId="260"/>
            <ac:spMk id="13" creationId="{3B12ED4B-F279-2537-092F-7F9AB91A45BC}"/>
          </ac:spMkLst>
        </pc:spChg>
        <pc:spChg chg="add del mod">
          <ac:chgData name="Shriyansh Raj" userId="76a046969a63ef08" providerId="LiveId" clId="{8AB60549-3549-4445-A581-105850EB0D7B}" dt="2026-10-09T14:31:00.304" v="3765" actId="478"/>
          <ac:spMkLst>
            <pc:docMk/>
            <pc:sldMk cId="0" sldId="260"/>
            <ac:spMk id="14" creationId="{98CAA8D1-0152-DD2D-41E1-27EB7112D22E}"/>
          </ac:spMkLst>
        </pc:spChg>
        <pc:spChg chg="add mod">
          <ac:chgData name="Shriyansh Raj" userId="76a046969a63ef08" providerId="LiveId" clId="{8AB60549-3549-4445-A581-105850EB0D7B}" dt="2026-10-09T14:48:12.732" v="3786" actId="122"/>
          <ac:spMkLst>
            <pc:docMk/>
            <pc:sldMk cId="0" sldId="260"/>
            <ac:spMk id="15" creationId="{C9AF1283-1D40-1F55-51C8-AF4A5420B8B0}"/>
          </ac:spMkLst>
        </pc:spChg>
        <pc:spChg chg="add mod">
          <ac:chgData name="Shriyansh Raj" userId="76a046969a63ef08" providerId="LiveId" clId="{8AB60549-3549-4445-A581-105850EB0D7B}" dt="2026-10-09T15:43:47.412" v="3788"/>
          <ac:spMkLst>
            <pc:docMk/>
            <pc:sldMk cId="0" sldId="260"/>
            <ac:spMk id="16" creationId="{4252ABC4-4993-0969-02E6-32534E7F7D12}"/>
          </ac:spMkLst>
        </pc:spChg>
        <pc:spChg chg="mod">
          <ac:chgData name="Shriyansh Raj" userId="76a046969a63ef08" providerId="LiveId" clId="{8AB60549-3549-4445-A581-105850EB0D7B}" dt="2026-10-09T14:25:09.185" v="3746" actId="1076"/>
          <ac:spMkLst>
            <pc:docMk/>
            <pc:sldMk cId="0" sldId="260"/>
            <ac:spMk id="121" creationId="{00000000-0000-0000-0000-000000000000}"/>
          </ac:spMkLst>
        </pc:spChg>
        <pc:spChg chg="del mod topLvl">
          <ac:chgData name="Shriyansh Raj" userId="76a046969a63ef08" providerId="LiveId" clId="{8AB60549-3549-4445-A581-105850EB0D7B}" dt="2026-10-09T12:49:28.308" v="3654" actId="478"/>
          <ac:spMkLst>
            <pc:docMk/>
            <pc:sldMk cId="0" sldId="260"/>
            <ac:spMk id="123" creationId="{00000000-0000-0000-0000-000000000000}"/>
          </ac:spMkLst>
        </pc:spChg>
        <pc:spChg chg="mod topLvl">
          <ac:chgData name="Shriyansh Raj" userId="76a046969a63ef08" providerId="LiveId" clId="{8AB60549-3549-4445-A581-105850EB0D7B}" dt="2026-10-09T14:30:05.655" v="3761" actId="208"/>
          <ac:spMkLst>
            <pc:docMk/>
            <pc:sldMk cId="0" sldId="260"/>
            <ac:spMk id="124" creationId="{00000000-0000-0000-0000-000000000000}"/>
          </ac:spMkLst>
        </pc:spChg>
        <pc:grpChg chg="add mod">
          <ac:chgData name="Shriyansh Raj" userId="76a046969a63ef08" providerId="LiveId" clId="{8AB60549-3549-4445-A581-105850EB0D7B}" dt="2026-10-09T14:32:27.756" v="3769" actId="14100"/>
          <ac:grpSpMkLst>
            <pc:docMk/>
            <pc:sldMk cId="0" sldId="260"/>
            <ac:grpSpMk id="12" creationId="{805A43EE-88E9-2FDD-37B4-1843C2C868BF}"/>
          </ac:grpSpMkLst>
        </pc:grpChg>
        <pc:grpChg chg="del">
          <ac:chgData name="Shriyansh Raj" userId="76a046969a63ef08" providerId="LiveId" clId="{8AB60549-3549-4445-A581-105850EB0D7B}" dt="2026-10-09T12:49:28.308" v="3654" actId="478"/>
          <ac:grpSpMkLst>
            <pc:docMk/>
            <pc:sldMk cId="0" sldId="260"/>
            <ac:grpSpMk id="122" creationId="{00000000-0000-0000-0000-000000000000}"/>
          </ac:grpSpMkLst>
        </pc:grpChg>
      </pc:sldChg>
      <pc:sldChg chg="del modNotes">
        <pc:chgData name="Shriyansh Raj" userId="76a046969a63ef08" providerId="LiveId" clId="{8AB60549-3549-4445-A581-105850EB0D7B}" dt="2026-10-09T15:49:41.576" v="3797" actId="2696"/>
        <pc:sldMkLst>
          <pc:docMk/>
          <pc:sldMk cId="0" sldId="261"/>
        </pc:sldMkLst>
      </pc:sldChg>
      <pc:sldChg chg="del modNotes">
        <pc:chgData name="Shriyansh Raj" userId="76a046969a63ef08" providerId="LiveId" clId="{8AB60549-3549-4445-A581-105850EB0D7B}" dt="2026-10-09T15:49:38.656" v="3796" actId="2696"/>
        <pc:sldMkLst>
          <pc:docMk/>
          <pc:sldMk cId="0" sldId="262"/>
        </pc:sldMkLst>
      </pc:sldChg>
      <pc:sldChg chg="modNotes">
        <pc:chgData name="Shriyansh Raj" userId="76a046969a63ef08" providerId="LiveId" clId="{8AB60549-3549-4445-A581-105850EB0D7B}" dt="2026-10-09T15:44:42.959" v="3791"/>
        <pc:sldMkLst>
          <pc:docMk/>
          <pc:sldMk cId="0" sldId="263"/>
        </pc:sldMkLst>
      </pc:sldChg>
      <pc:sldChg chg="add setBg modNotes">
        <pc:chgData name="Shriyansh Raj" userId="76a046969a63ef08" providerId="LiveId" clId="{8AB60549-3549-4445-A581-105850EB0D7B}" dt="2026-10-09T15:45:45.364" v="3792"/>
        <pc:sldMkLst>
          <pc:docMk/>
          <pc:sldMk cId="0" sldId="264"/>
        </pc:sldMkLst>
      </pc:sldChg>
      <pc:sldChg chg="new del">
        <pc:chgData name="Shriyansh Raj" userId="76a046969a63ef08" providerId="LiveId" clId="{8AB60549-3549-4445-A581-105850EB0D7B}" dt="2026-10-09T15:44:42.959" v="3790" actId="2696"/>
        <pc:sldMkLst>
          <pc:docMk/>
          <pc:sldMk cId="21120797" sldId="264"/>
        </pc:sldMkLst>
      </pc:sldChg>
      <pc:sldChg chg="add">
        <pc:chgData name="Shriyansh Raj" userId="76a046969a63ef08" providerId="LiveId" clId="{8AB60549-3549-4445-A581-105850EB0D7B}" dt="2026-10-09T15:48:49.042" v="3794"/>
        <pc:sldMkLst>
          <pc:docMk/>
          <pc:sldMk cId="0" sldId="265"/>
        </pc:sldMkLst>
      </pc:sldChg>
      <pc:sldChg chg="add">
        <pc:chgData name="Shriyansh Raj" userId="76a046969a63ef08" providerId="LiveId" clId="{8AB60549-3549-4445-A581-105850EB0D7B}" dt="2026-10-09T15:49:15.303" v="3795"/>
        <pc:sldMkLst>
          <pc:docMk/>
          <pc:sldMk cId="0" sldId="266"/>
        </pc:sldMkLst>
      </pc:sldChg>
      <pc:sldMasterChg chg="delSldLayout">
        <pc:chgData name="Shriyansh Raj" userId="76a046969a63ef08" providerId="LiveId" clId="{8AB60549-3549-4445-A581-105850EB0D7B}" dt="2026-10-09T15:44:42.959" v="3790" actId="2696"/>
        <pc:sldMasterMkLst>
          <pc:docMk/>
          <pc:sldMasterMk cId="0" sldId="2147483659"/>
        </pc:sldMasterMkLst>
        <pc:sldLayoutChg chg="del">
          <pc:chgData name="Shriyansh Raj" userId="76a046969a63ef08" providerId="LiveId" clId="{8AB60549-3549-4445-A581-105850EB0D7B}" dt="2026-10-09T15:44:42.959" v="3790" actId="2696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clearly: No human is controlling this robot. It sees, decides and moves on its own. This is the hackathon's Summit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04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11" Type="http://schemas.openxmlformats.org/officeDocument/2006/relationships/image" Target="../media/image6.png"/><Relationship Id="rId5" Type="http://schemas.openxmlformats.org/officeDocument/2006/relationships/image" Target="../media/image16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19" Type="http://schemas.openxmlformats.org/officeDocument/2006/relationships/image" Target="../media/image28.png"/><Relationship Id="rId4" Type="http://schemas.openxmlformats.org/officeDocument/2006/relationships/image" Target="../media/image15.png"/><Relationship Id="rId9" Type="http://schemas.openxmlformats.org/officeDocument/2006/relationships/image" Target="../media/image9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microsoft.com/office/2007/relationships/hdphoto" Target="../media/hdphoto1.wdp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nav2.org/rolling/getting_started/navigation_concepts/" TargetMode="External"/><Relationship Id="rId3" Type="http://schemas.openxmlformats.org/officeDocument/2006/relationships/image" Target="../media/image42.png"/><Relationship Id="rId7" Type="http://schemas.openxmlformats.org/officeDocument/2006/relationships/hyperlink" Target="https://docs.ultralytics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11" Type="http://schemas.openxmlformats.org/officeDocument/2006/relationships/image" Target="../media/image14.png"/><Relationship Id="rId5" Type="http://schemas.openxmlformats.org/officeDocument/2006/relationships/image" Target="../media/image44.png"/><Relationship Id="rId10" Type="http://schemas.openxmlformats.org/officeDocument/2006/relationships/hyperlink" Target="https://www.ieee.org/publications-research" TargetMode="External"/><Relationship Id="rId4" Type="http://schemas.openxmlformats.org/officeDocument/2006/relationships/image" Target="../media/image43.png"/><Relationship Id="rId9" Type="http://schemas.openxmlformats.org/officeDocument/2006/relationships/hyperlink" Target="https://deepmind.google/en/models/gemini-robotic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069771" y="4491012"/>
            <a:ext cx="16702034" cy="4035980"/>
            <a:chOff x="2497393" y="-241613"/>
            <a:chExt cx="22269380" cy="5381308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2497393" y="-241613"/>
              <a:ext cx="8473247" cy="133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55" b="1" i="0" u="none" strike="noStrike" cap="none" dirty="0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</a:t>
              </a:r>
              <a:endParaRPr dirty="0"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4917496" y="1498355"/>
              <a:ext cx="19849277" cy="3641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69" b="1" i="0" u="none" strike="noStrike" cap="none" dirty="0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TEAM NAME : ELYSIAN </a:t>
              </a:r>
              <a:endParaRPr dirty="0"/>
            </a:p>
            <a:p>
              <a:pPr marL="0" marR="0" lvl="0" indent="0" algn="l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69" b="1" i="0" u="none" strike="noStrike" cap="none" dirty="0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MEMBER NAMES : SHRIYANSH RAJ SAHU [LEADER]</a:t>
              </a:r>
              <a:endParaRPr dirty="0"/>
            </a:p>
            <a:p>
              <a:pPr marL="0" marR="0" lvl="0" indent="0" algn="l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69" b="1" i="0" u="none" strike="noStrike" cap="none" dirty="0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3169" b="1" dirty="0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                                       NIHARIKA NUPUR [HARDWARE ENGINEER]</a:t>
              </a:r>
            </a:p>
            <a:p>
              <a:pPr marL="0" marR="0" lvl="0" indent="0" algn="l" rtl="0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69" b="1" dirty="0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                                        SAKSHI KUMARI [DEVELOPER]   </a:t>
              </a:r>
              <a:endParaRPr dirty="0"/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7543" cy="11658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7182" y="1280129"/>
            <a:ext cx="17733837" cy="685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THEME: </a:t>
            </a:r>
            <a:r>
              <a:rPr lang="en-US" sz="3600" b="1" u="sng" dirty="0">
                <a:highlight>
                  <a:srgbClr val="FFCC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VISION-BASED AUTONOMOUS ROBOT</a:t>
            </a:r>
            <a:endParaRPr lang="en-US" sz="3600" u="sng" dirty="0">
              <a:highlight>
                <a:srgbClr val="FFCC00"/>
              </a:highlight>
            </a:endParaRPr>
          </a:p>
        </p:txBody>
      </p:sp>
      <p:sp>
        <p:nvSpPr>
          <p:cNvPr id="4" name="Shape 1"/>
          <p:cNvSpPr/>
          <p:nvPr/>
        </p:nvSpPr>
        <p:spPr>
          <a:xfrm>
            <a:off x="377182" y="1988771"/>
            <a:ext cx="1714457" cy="57149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51" y="2228795"/>
            <a:ext cx="6949266" cy="6137757"/>
          </a:xfrm>
          <a:prstGeom prst="roundRect">
            <a:avLst>
              <a:gd name="adj" fmla="val 2607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45" y="2400240"/>
            <a:ext cx="1943052" cy="457188"/>
          </a:xfrm>
          <a:prstGeom prst="roundRect">
            <a:avLst>
              <a:gd name="adj" fmla="val 50000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45" y="2400240"/>
            <a:ext cx="1943052" cy="4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62924" y="3086024"/>
            <a:ext cx="1028675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FDC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100" dirty="0"/>
          </a:p>
        </p:txBody>
      </p:sp>
      <p:sp>
        <p:nvSpPr>
          <p:cNvPr id="9" name="Text 6"/>
          <p:cNvSpPr txBox="1"/>
          <p:nvPr/>
        </p:nvSpPr>
        <p:spPr>
          <a:xfrm>
            <a:off x="1828756" y="3086024"/>
            <a:ext cx="5200520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robots today need a human to control them with a remote or joystick.</a:t>
            </a:r>
            <a:endParaRPr lang="en-US" sz="2025" dirty="0"/>
          </a:p>
        </p:txBody>
      </p:sp>
      <p:sp>
        <p:nvSpPr>
          <p:cNvPr id="10" name="Text 7"/>
          <p:cNvSpPr txBox="1"/>
          <p:nvPr/>
        </p:nvSpPr>
        <p:spPr>
          <a:xfrm>
            <a:off x="662924" y="4800481"/>
            <a:ext cx="1028675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FDC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100" dirty="0"/>
          </a:p>
        </p:txBody>
      </p:sp>
      <p:sp>
        <p:nvSpPr>
          <p:cNvPr id="11" name="Text 8"/>
          <p:cNvSpPr txBox="1"/>
          <p:nvPr/>
        </p:nvSpPr>
        <p:spPr>
          <a:xfrm>
            <a:off x="1828756" y="4800481"/>
            <a:ext cx="5200520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that can drive themselves usually need expensive sensors (like LiDAR) or pre-built maps, which makes them too costly for small businesses, schools and startups.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628636" y="4800480"/>
            <a:ext cx="6423500" cy="17145"/>
          </a:xfrm>
          <a:prstGeom prst="rect">
            <a:avLst/>
          </a:prstGeom>
          <a:solidFill>
            <a:srgbClr val="4A5160"/>
          </a:solidFill>
          <a:ln w="12700">
            <a:solidFill>
              <a:srgbClr val="4A516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2924" y="6514937"/>
            <a:ext cx="1028675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100" b="1" dirty="0">
                <a:solidFill>
                  <a:srgbClr val="FDC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100" dirty="0"/>
          </a:p>
        </p:txBody>
      </p:sp>
      <p:sp>
        <p:nvSpPr>
          <p:cNvPr id="14" name="Text 11"/>
          <p:cNvSpPr txBox="1"/>
          <p:nvPr/>
        </p:nvSpPr>
        <p:spPr>
          <a:xfrm>
            <a:off x="1828756" y="6514937"/>
            <a:ext cx="5200520" cy="171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robots can’t understand what they see. They can’t tell a person from a wall.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628636" y="6514937"/>
            <a:ext cx="6423500" cy="17145"/>
          </a:xfrm>
          <a:prstGeom prst="rect">
            <a:avLst/>
          </a:prstGeom>
          <a:solidFill>
            <a:srgbClr val="4A5160"/>
          </a:solidFill>
          <a:ln w="12700">
            <a:solidFill>
              <a:srgbClr val="4A51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206" y="2228795"/>
            <a:ext cx="10149587" cy="502908"/>
          </a:xfrm>
          <a:prstGeom prst="roundRect">
            <a:avLst>
              <a:gd name="adj" fmla="val 18182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77941" y="2228795"/>
            <a:ext cx="9829554" cy="5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700" dirty="0"/>
          </a:p>
        </p:txBody>
      </p:sp>
      <p:sp>
        <p:nvSpPr>
          <p:cNvPr id="18" name="Shape 15"/>
          <p:cNvSpPr/>
          <p:nvPr/>
        </p:nvSpPr>
        <p:spPr>
          <a:xfrm>
            <a:off x="7772206" y="2857428"/>
            <a:ext cx="10149587" cy="2400240"/>
          </a:xfrm>
          <a:prstGeom prst="roundRect">
            <a:avLst>
              <a:gd name="adj" fmla="val 571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83716" y="2994586"/>
            <a:ext cx="914378" cy="914378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310" y="3223179"/>
            <a:ext cx="457188" cy="45718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909362" y="4023260"/>
            <a:ext cx="2263083" cy="1142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human effort for repetitive delivery and carrying tasks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1121113" y="2994586"/>
            <a:ext cx="914378" cy="914378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9707" y="3223179"/>
            <a:ext cx="457188" cy="45718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446759" y="4023260"/>
            <a:ext cx="2263083" cy="1142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in places that are risky or hard for people to work in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3658509" y="2994586"/>
            <a:ext cx="914378" cy="914378"/>
          </a:xfrm>
          <a:prstGeom prst="ellipse">
            <a:avLst/>
          </a:prstGeom>
          <a:solidFill>
            <a:srgbClr val="1B75D0"/>
          </a:solidFill>
          <a:ln w="12700">
            <a:solidFill>
              <a:srgbClr val="1B75D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7104" y="3223179"/>
            <a:ext cx="457188" cy="45718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984156" y="4023260"/>
            <a:ext cx="2263083" cy="1142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automation becomes possible for small businesses and students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16195906" y="2994586"/>
            <a:ext cx="914378" cy="914378"/>
          </a:xfrm>
          <a:prstGeom prst="ellipse">
            <a:avLst/>
          </a:prstGeom>
          <a:solidFill>
            <a:srgbClr val="1AA7C9"/>
          </a:solidFill>
          <a:ln w="12700">
            <a:solidFill>
              <a:srgbClr val="1AA7C9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4499" y="3223179"/>
            <a:ext cx="457188" cy="45718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521552" y="4023260"/>
            <a:ext cx="2263083" cy="1142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help in hospitals, warehouses, hotels and homes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7772206" y="5429115"/>
            <a:ext cx="10149587" cy="502908"/>
          </a:xfrm>
          <a:prstGeom prst="roundRect">
            <a:avLst>
              <a:gd name="adj" fmla="val 18182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977941" y="5429115"/>
            <a:ext cx="9829554" cy="5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ALIGNMENT</a:t>
            </a:r>
            <a:endParaRPr lang="en-US" sz="2700" dirty="0"/>
          </a:p>
        </p:txBody>
      </p:sp>
      <p:sp>
        <p:nvSpPr>
          <p:cNvPr id="33" name="Shape 26"/>
          <p:cNvSpPr/>
          <p:nvPr/>
        </p:nvSpPr>
        <p:spPr>
          <a:xfrm>
            <a:off x="7772206" y="6057749"/>
            <a:ext cx="4960496" cy="1097253"/>
          </a:xfrm>
          <a:prstGeom prst="roundRect">
            <a:avLst>
              <a:gd name="adj" fmla="val 125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909363" y="6263485"/>
            <a:ext cx="685784" cy="685784"/>
          </a:xfrm>
          <a:prstGeom prst="roundRect">
            <a:avLst>
              <a:gd name="adj" fmla="val 16667"/>
            </a:avLst>
          </a:prstGeom>
          <a:solidFill>
            <a:srgbClr val="1B75D0"/>
          </a:solidFill>
          <a:ln w="12700">
            <a:solidFill>
              <a:srgbClr val="1B75D0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9379" y="6423500"/>
            <a:ext cx="365751" cy="36575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32301" y="6057749"/>
            <a:ext cx="3954681" cy="1097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Computer Vision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detects objects and people using a vision model</a:t>
            </a:r>
            <a:endParaRPr lang="en-US" sz="1800" dirty="0"/>
          </a:p>
        </p:txBody>
      </p:sp>
      <p:sp>
        <p:nvSpPr>
          <p:cNvPr id="37" name="Shape 29"/>
          <p:cNvSpPr/>
          <p:nvPr/>
        </p:nvSpPr>
        <p:spPr>
          <a:xfrm>
            <a:off x="12961297" y="6057749"/>
            <a:ext cx="4960496" cy="1097253"/>
          </a:xfrm>
          <a:prstGeom prst="roundRect">
            <a:avLst>
              <a:gd name="adj" fmla="val 125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3098454" y="6263485"/>
            <a:ext cx="685784" cy="685784"/>
          </a:xfrm>
          <a:prstGeom prst="roundRect">
            <a:avLst>
              <a:gd name="adj" fmla="val 16667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469" y="6423500"/>
            <a:ext cx="365751" cy="365751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3921392" y="6057749"/>
            <a:ext cx="3954681" cy="1097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motors, sensors, navigation and obstacle avoidance</a:t>
            </a:r>
            <a:endParaRPr lang="en-US" sz="1800" dirty="0"/>
          </a:p>
        </p:txBody>
      </p:sp>
      <p:sp>
        <p:nvSpPr>
          <p:cNvPr id="41" name="Shape 32"/>
          <p:cNvSpPr/>
          <p:nvPr/>
        </p:nvSpPr>
        <p:spPr>
          <a:xfrm>
            <a:off x="7772206" y="7269299"/>
            <a:ext cx="4960496" cy="1097253"/>
          </a:xfrm>
          <a:prstGeom prst="roundRect">
            <a:avLst>
              <a:gd name="adj" fmla="val 125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7909363" y="7475033"/>
            <a:ext cx="685784" cy="685784"/>
          </a:xfrm>
          <a:prstGeom prst="roundRect">
            <a:avLst>
              <a:gd name="adj" fmla="val 16667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9379" y="7635050"/>
            <a:ext cx="365751" cy="365751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732301" y="7269299"/>
            <a:ext cx="3954681" cy="1097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microcontroller runs the hardware in real time</a:t>
            </a:r>
            <a:endParaRPr lang="en-US" sz="1800" dirty="0"/>
          </a:p>
        </p:txBody>
      </p:sp>
      <p:sp>
        <p:nvSpPr>
          <p:cNvPr id="45" name="Shape 35"/>
          <p:cNvSpPr/>
          <p:nvPr/>
        </p:nvSpPr>
        <p:spPr>
          <a:xfrm>
            <a:off x="12961297" y="7269299"/>
            <a:ext cx="4960496" cy="1097253"/>
          </a:xfrm>
          <a:prstGeom prst="roundRect">
            <a:avLst>
              <a:gd name="adj" fmla="val 125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13098454" y="7475033"/>
            <a:ext cx="685784" cy="685784"/>
          </a:xfrm>
          <a:prstGeom prst="roundRect">
            <a:avLst>
              <a:gd name="adj" fmla="val 16667"/>
            </a:avLst>
          </a:prstGeom>
          <a:solidFill>
            <a:srgbClr val="1AA7C9"/>
          </a:solidFill>
          <a:ln w="12700">
            <a:solidFill>
              <a:srgbClr val="1AA7C9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58469" y="7635050"/>
            <a:ext cx="365751" cy="365751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3921392" y="7269299"/>
            <a:ext cx="3954681" cy="1097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Models (VLM)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optional extension so the robot can follow plain-language goals</a:t>
            </a:r>
            <a:endParaRPr lang="en-US" sz="1800" dirty="0"/>
          </a:p>
        </p:txBody>
      </p:sp>
      <p:sp>
        <p:nvSpPr>
          <p:cNvPr id="49" name="Shape 38"/>
          <p:cNvSpPr/>
          <p:nvPr/>
        </p:nvSpPr>
        <p:spPr>
          <a:xfrm>
            <a:off x="365752" y="8549427"/>
            <a:ext cx="17556041" cy="1428714"/>
          </a:xfrm>
          <a:prstGeom prst="roundRect">
            <a:avLst>
              <a:gd name="adj" fmla="val 11200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800081" y="8858029"/>
            <a:ext cx="800081" cy="800081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957" y="9040904"/>
            <a:ext cx="434330" cy="43433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1885904" y="8595146"/>
            <a:ext cx="15830154" cy="133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autonomous robots are expensive and complicated, so most people can’t use them.</a:t>
            </a:r>
            <a:endParaRPr lang="en-US" sz="2025" dirty="0"/>
          </a:p>
          <a:p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project shows that a robot can see its surroundings, understand them with AI, and reach a goal on its own using low-cost, easily available parts.</a:t>
            </a:r>
            <a:endParaRPr lang="en-US" sz="2025" dirty="0"/>
          </a:p>
        </p:txBody>
      </p:sp>
      <p:pic>
        <p:nvPicPr>
          <p:cNvPr id="54" name="Google Shape;98;p14" title="pptnlogo.png">
            <a:extLst>
              <a:ext uri="{FF2B5EF4-FFF2-40B4-BE49-F238E27FC236}">
                <a16:creationId xmlns:a16="http://schemas.microsoft.com/office/drawing/2014/main" id="{9FB8EE79-F89A-500D-F658-5249175C1A0B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7543" cy="11658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7182" y="1278402"/>
            <a:ext cx="13715657" cy="87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5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4950" u="sng" dirty="0"/>
          </a:p>
        </p:txBody>
      </p:sp>
      <p:sp>
        <p:nvSpPr>
          <p:cNvPr id="4" name="Shape 1"/>
          <p:cNvSpPr/>
          <p:nvPr/>
        </p:nvSpPr>
        <p:spPr>
          <a:xfrm>
            <a:off x="365752" y="2240225"/>
            <a:ext cx="5920592" cy="548627"/>
          </a:xfrm>
          <a:prstGeom prst="roundRect">
            <a:avLst>
              <a:gd name="adj" fmla="val 16667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486" y="2264220"/>
            <a:ext cx="5691998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14937" y="2240225"/>
            <a:ext cx="5314817" cy="548627"/>
          </a:xfrm>
          <a:prstGeom prst="roundRect">
            <a:avLst>
              <a:gd name="adj" fmla="val 16667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673" y="2264220"/>
            <a:ext cx="5086223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12104068" y="2240225"/>
            <a:ext cx="5817725" cy="548627"/>
          </a:xfrm>
          <a:prstGeom prst="roundRect">
            <a:avLst>
              <a:gd name="adj" fmla="val 16667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09803" y="2264220"/>
            <a:ext cx="5589131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365752" y="3028875"/>
            <a:ext cx="5920592" cy="960096"/>
          </a:xfrm>
          <a:prstGeom prst="roundRect">
            <a:avLst>
              <a:gd name="adj" fmla="val 142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67" y="3154601"/>
            <a:ext cx="708642" cy="708642"/>
          </a:xfrm>
          <a:prstGeom prst="roundRect">
            <a:avLst>
              <a:gd name="adj" fmla="val 16129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4" y="3314618"/>
            <a:ext cx="388611" cy="38861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94426" y="3211749"/>
            <a:ext cx="34289" cy="594345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623020" y="3134781"/>
            <a:ext cx="4571886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robot with a camera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sees the environment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365752" y="4103268"/>
            <a:ext cx="5920592" cy="960096"/>
          </a:xfrm>
          <a:prstGeom prst="roundRect">
            <a:avLst>
              <a:gd name="adj" fmla="val 142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5767" y="4228995"/>
            <a:ext cx="708642" cy="708642"/>
          </a:xfrm>
          <a:prstGeom prst="roundRect">
            <a:avLst>
              <a:gd name="adj" fmla="val 16129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4" y="4389011"/>
            <a:ext cx="388611" cy="38861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394426" y="4286144"/>
            <a:ext cx="34289" cy="594345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623020" y="4209174"/>
            <a:ext cx="4571886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model that identifies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and people in real time</a:t>
            </a:r>
            <a:endParaRPr lang="en-US" sz="2100" dirty="0"/>
          </a:p>
        </p:txBody>
      </p:sp>
      <p:sp>
        <p:nvSpPr>
          <p:cNvPr id="20" name="Shape 15"/>
          <p:cNvSpPr/>
          <p:nvPr/>
        </p:nvSpPr>
        <p:spPr>
          <a:xfrm>
            <a:off x="365752" y="5177661"/>
            <a:ext cx="5920592" cy="960096"/>
          </a:xfrm>
          <a:prstGeom prst="roundRect">
            <a:avLst>
              <a:gd name="adj" fmla="val 142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5767" y="5360537"/>
            <a:ext cx="708642" cy="708642"/>
          </a:xfrm>
          <a:prstGeom prst="roundRect">
            <a:avLst>
              <a:gd name="adj" fmla="val 16129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84" y="5463404"/>
            <a:ext cx="388611" cy="388611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394426" y="5360537"/>
            <a:ext cx="34289" cy="594345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623020" y="5283567"/>
            <a:ext cx="4571886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logic that steers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toward the target</a:t>
            </a:r>
            <a:endParaRPr lang="en-US" sz="2100" dirty="0"/>
          </a:p>
        </p:txBody>
      </p:sp>
      <p:sp>
        <p:nvSpPr>
          <p:cNvPr id="25" name="Shape 19"/>
          <p:cNvSpPr/>
          <p:nvPr/>
        </p:nvSpPr>
        <p:spPr>
          <a:xfrm>
            <a:off x="365752" y="6252054"/>
            <a:ext cx="5920592" cy="960096"/>
          </a:xfrm>
          <a:prstGeom prst="roundRect">
            <a:avLst>
              <a:gd name="adj" fmla="val 142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5767" y="6377781"/>
            <a:ext cx="708642" cy="708642"/>
          </a:xfrm>
          <a:prstGeom prst="roundRect">
            <a:avLst>
              <a:gd name="adj" fmla="val 16129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784" y="6537797"/>
            <a:ext cx="388611" cy="388611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394426" y="6434930"/>
            <a:ext cx="34289" cy="594345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623020" y="6357960"/>
            <a:ext cx="4571886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that stop it from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hitting obstacles</a:t>
            </a:r>
            <a:endParaRPr lang="en-US" sz="2100" dirty="0"/>
          </a:p>
        </p:txBody>
      </p:sp>
      <p:sp>
        <p:nvSpPr>
          <p:cNvPr id="30" name="Shape 23"/>
          <p:cNvSpPr/>
          <p:nvPr/>
        </p:nvSpPr>
        <p:spPr>
          <a:xfrm>
            <a:off x="365752" y="7326447"/>
            <a:ext cx="5920592" cy="960096"/>
          </a:xfrm>
          <a:prstGeom prst="roundRect">
            <a:avLst>
              <a:gd name="adj" fmla="val 1428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25767" y="7452174"/>
            <a:ext cx="708642" cy="708642"/>
          </a:xfrm>
          <a:prstGeom prst="roundRect">
            <a:avLst>
              <a:gd name="adj" fmla="val 16129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84" y="7612190"/>
            <a:ext cx="388611" cy="388611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1394426" y="7509323"/>
            <a:ext cx="34289" cy="594345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1623020" y="7432353"/>
            <a:ext cx="4571886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moves with no human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</a:t>
            </a:r>
            <a:endParaRPr lang="en-US" sz="2100" dirty="0"/>
          </a:p>
        </p:txBody>
      </p:sp>
      <p:sp>
        <p:nvSpPr>
          <p:cNvPr id="35" name="Shape 27"/>
          <p:cNvSpPr/>
          <p:nvPr/>
        </p:nvSpPr>
        <p:spPr>
          <a:xfrm>
            <a:off x="6514937" y="3028876"/>
            <a:ext cx="5314817" cy="800081"/>
          </a:xfrm>
          <a:prstGeom prst="roundRect">
            <a:avLst>
              <a:gd name="adj" fmla="val 171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697813" y="3166031"/>
            <a:ext cx="525767" cy="525767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3540" y="3291758"/>
            <a:ext cx="274313" cy="27431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429314" y="3054773"/>
            <a:ext cx="4343292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object and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detection</a:t>
            </a:r>
            <a:endParaRPr lang="en-US" sz="2100" dirty="0"/>
          </a:p>
        </p:txBody>
      </p:sp>
      <p:sp>
        <p:nvSpPr>
          <p:cNvPr id="39" name="Shape 30"/>
          <p:cNvSpPr/>
          <p:nvPr/>
        </p:nvSpPr>
        <p:spPr>
          <a:xfrm>
            <a:off x="6514937" y="3920393"/>
            <a:ext cx="5314817" cy="800081"/>
          </a:xfrm>
          <a:prstGeom prst="roundRect">
            <a:avLst>
              <a:gd name="adj" fmla="val 171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697813" y="4057549"/>
            <a:ext cx="525767" cy="525767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3540" y="4183276"/>
            <a:ext cx="274313" cy="27431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429314" y="3946290"/>
            <a:ext cx="4343292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navigation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given target</a:t>
            </a:r>
            <a:endParaRPr lang="en-US" sz="2100" dirty="0"/>
          </a:p>
        </p:txBody>
      </p:sp>
      <p:sp>
        <p:nvSpPr>
          <p:cNvPr id="43" name="Shape 33"/>
          <p:cNvSpPr/>
          <p:nvPr/>
        </p:nvSpPr>
        <p:spPr>
          <a:xfrm>
            <a:off x="6514937" y="4811911"/>
            <a:ext cx="5314817" cy="800081"/>
          </a:xfrm>
          <a:prstGeom prst="roundRect">
            <a:avLst>
              <a:gd name="adj" fmla="val 171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697813" y="4949068"/>
            <a:ext cx="525767" cy="525767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3540" y="5074793"/>
            <a:ext cx="274313" cy="274313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429314" y="4837808"/>
            <a:ext cx="4343292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avoidance (ultrasonic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as a safety layer)</a:t>
            </a:r>
            <a:endParaRPr lang="en-US" sz="2100" dirty="0"/>
          </a:p>
        </p:txBody>
      </p:sp>
      <p:sp>
        <p:nvSpPr>
          <p:cNvPr id="47" name="Shape 36"/>
          <p:cNvSpPr/>
          <p:nvPr/>
        </p:nvSpPr>
        <p:spPr>
          <a:xfrm>
            <a:off x="6514937" y="5703428"/>
            <a:ext cx="5314817" cy="800081"/>
          </a:xfrm>
          <a:prstGeom prst="roundRect">
            <a:avLst>
              <a:gd name="adj" fmla="val 171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697813" y="5840585"/>
            <a:ext cx="525767" cy="525767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3540" y="5966312"/>
            <a:ext cx="274313" cy="274313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429314" y="5729325"/>
            <a:ext cx="4343292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by rotating if the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is not visible</a:t>
            </a:r>
            <a:endParaRPr lang="en-US" sz="2100" dirty="0"/>
          </a:p>
        </p:txBody>
      </p:sp>
      <p:sp>
        <p:nvSpPr>
          <p:cNvPr id="51" name="Shape 39"/>
          <p:cNvSpPr/>
          <p:nvPr/>
        </p:nvSpPr>
        <p:spPr>
          <a:xfrm>
            <a:off x="6514937" y="6594946"/>
            <a:ext cx="5314817" cy="800081"/>
          </a:xfrm>
          <a:prstGeom prst="roundRect">
            <a:avLst>
              <a:gd name="adj" fmla="val 171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6697813" y="6732103"/>
            <a:ext cx="525767" cy="525767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3540" y="6857830"/>
            <a:ext cx="274313" cy="274313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7429314" y="6620843"/>
            <a:ext cx="4343292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automatically when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reaches the goal</a:t>
            </a:r>
            <a:endParaRPr lang="en-US" sz="2100" dirty="0"/>
          </a:p>
        </p:txBody>
      </p:sp>
      <p:sp>
        <p:nvSpPr>
          <p:cNvPr id="55" name="Shape 42"/>
          <p:cNvSpPr/>
          <p:nvPr/>
        </p:nvSpPr>
        <p:spPr>
          <a:xfrm>
            <a:off x="6514937" y="7486463"/>
            <a:ext cx="5314817" cy="800081"/>
          </a:xfrm>
          <a:prstGeom prst="roundRect">
            <a:avLst>
              <a:gd name="adj" fmla="val 171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6697813" y="7623620"/>
            <a:ext cx="525767" cy="525767"/>
          </a:xfrm>
          <a:prstGeom prst="ellipse">
            <a:avLst/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3540" y="7749347"/>
            <a:ext cx="274313" cy="274313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7429314" y="7512362"/>
            <a:ext cx="4343292" cy="748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 standard camera</a:t>
            </a:r>
            <a:endParaRPr lang="en-US" sz="2100" dirty="0"/>
          </a:p>
          <a:p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special hardware</a:t>
            </a:r>
            <a:endParaRPr lang="en-US" sz="2100" dirty="0"/>
          </a:p>
        </p:txBody>
      </p:sp>
      <p:sp>
        <p:nvSpPr>
          <p:cNvPr id="59" name="Shape 45"/>
          <p:cNvSpPr/>
          <p:nvPr/>
        </p:nvSpPr>
        <p:spPr>
          <a:xfrm>
            <a:off x="12104068" y="3028876"/>
            <a:ext cx="5817725" cy="1005815"/>
          </a:xfrm>
          <a:prstGeom prst="roundRect">
            <a:avLst>
              <a:gd name="adj" fmla="val 136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12286943" y="3166031"/>
            <a:ext cx="731502" cy="731502"/>
          </a:xfrm>
          <a:prstGeom prst="roundRect">
            <a:avLst>
              <a:gd name="adj" fmla="val 15625"/>
            </a:avLst>
          </a:prstGeom>
          <a:solidFill>
            <a:srgbClr val="1B75D0"/>
          </a:solidFill>
          <a:ln w="12700">
            <a:solidFill>
              <a:srgbClr val="1B75D0"/>
            </a:solidFill>
            <a:prstDash val="solid"/>
          </a:ln>
        </p:spPr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69818" y="3348906"/>
            <a:ext cx="365751" cy="365751"/>
          </a:xfrm>
          <a:prstGeom prst="rect">
            <a:avLst/>
          </a:prstGeom>
        </p:spPr>
      </p:pic>
      <p:sp>
        <p:nvSpPr>
          <p:cNvPr id="62" name="Shape 47"/>
          <p:cNvSpPr/>
          <p:nvPr/>
        </p:nvSpPr>
        <p:spPr>
          <a:xfrm>
            <a:off x="13178461" y="3211750"/>
            <a:ext cx="34289" cy="640064"/>
          </a:xfrm>
          <a:prstGeom prst="rect">
            <a:avLst/>
          </a:prstGeom>
          <a:solidFill>
            <a:srgbClr val="1B75D0"/>
          </a:solidFill>
          <a:ln w="12700">
            <a:solidFill>
              <a:srgbClr val="1B75D0"/>
            </a:solidFill>
            <a:prstDash val="solid"/>
          </a:ln>
        </p:spPr>
      </p:sp>
      <p:sp>
        <p:nvSpPr>
          <p:cNvPr id="63" name="Text 48"/>
          <p:cNvSpPr txBox="1"/>
          <p:nvPr/>
        </p:nvSpPr>
        <p:spPr>
          <a:xfrm>
            <a:off x="13429915" y="3028876"/>
            <a:ext cx="4400441" cy="10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cost</a:t>
            </a:r>
            <a:endParaRPr lang="en-US" sz="2100" dirty="0"/>
          </a:p>
          <a:p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affordable, easily available parts</a:t>
            </a:r>
            <a:endParaRPr lang="en-US" sz="2100" dirty="0"/>
          </a:p>
        </p:txBody>
      </p:sp>
      <p:sp>
        <p:nvSpPr>
          <p:cNvPr id="64" name="Shape 49"/>
          <p:cNvSpPr/>
          <p:nvPr/>
        </p:nvSpPr>
        <p:spPr>
          <a:xfrm>
            <a:off x="12104068" y="4091839"/>
            <a:ext cx="5817725" cy="1005815"/>
          </a:xfrm>
          <a:prstGeom prst="roundRect">
            <a:avLst>
              <a:gd name="adj" fmla="val 136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12286943" y="4228995"/>
            <a:ext cx="731502" cy="731502"/>
          </a:xfrm>
          <a:prstGeom prst="roundRect">
            <a:avLst>
              <a:gd name="adj" fmla="val 15625"/>
            </a:avLst>
          </a:prstGeom>
          <a:solidFill>
            <a:srgbClr val="E02030"/>
          </a:solidFill>
          <a:ln w="12700">
            <a:solidFill>
              <a:srgbClr val="E02030"/>
            </a:solidFill>
            <a:prstDash val="solid"/>
          </a:ln>
        </p:spPr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69818" y="4411869"/>
            <a:ext cx="365751" cy="365751"/>
          </a:xfrm>
          <a:prstGeom prst="rect">
            <a:avLst/>
          </a:prstGeom>
        </p:spPr>
      </p:pic>
      <p:sp>
        <p:nvSpPr>
          <p:cNvPr id="67" name="Shape 51"/>
          <p:cNvSpPr/>
          <p:nvPr/>
        </p:nvSpPr>
        <p:spPr>
          <a:xfrm>
            <a:off x="13178461" y="4274714"/>
            <a:ext cx="34289" cy="640064"/>
          </a:xfrm>
          <a:prstGeom prst="rect">
            <a:avLst/>
          </a:prstGeom>
          <a:solidFill>
            <a:srgbClr val="E02030"/>
          </a:solidFill>
          <a:ln w="12700">
            <a:solidFill>
              <a:srgbClr val="E02030"/>
            </a:solidFill>
            <a:prstDash val="solid"/>
          </a:ln>
        </p:spPr>
      </p:sp>
      <p:sp>
        <p:nvSpPr>
          <p:cNvPr id="68" name="Text 52"/>
          <p:cNvSpPr txBox="1"/>
          <p:nvPr/>
        </p:nvSpPr>
        <p:spPr>
          <a:xfrm>
            <a:off x="13429915" y="4091839"/>
            <a:ext cx="4400441" cy="10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pre-made map or track needed</a:t>
            </a:r>
            <a:endParaRPr lang="en-US" sz="2100" dirty="0"/>
          </a:p>
          <a:p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in a new space</a:t>
            </a:r>
            <a:endParaRPr lang="en-US" sz="2100" dirty="0"/>
          </a:p>
        </p:txBody>
      </p:sp>
      <p:sp>
        <p:nvSpPr>
          <p:cNvPr id="69" name="Shape 53"/>
          <p:cNvSpPr/>
          <p:nvPr/>
        </p:nvSpPr>
        <p:spPr>
          <a:xfrm>
            <a:off x="12104068" y="5154802"/>
            <a:ext cx="5817725" cy="1005815"/>
          </a:xfrm>
          <a:prstGeom prst="roundRect">
            <a:avLst>
              <a:gd name="adj" fmla="val 136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0" name="Shape 54"/>
          <p:cNvSpPr/>
          <p:nvPr/>
        </p:nvSpPr>
        <p:spPr>
          <a:xfrm>
            <a:off x="12286943" y="5291958"/>
            <a:ext cx="731502" cy="731502"/>
          </a:xfrm>
          <a:prstGeom prst="roundRect">
            <a:avLst>
              <a:gd name="adj" fmla="val 15625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69818" y="5474834"/>
            <a:ext cx="365751" cy="365751"/>
          </a:xfrm>
          <a:prstGeom prst="rect">
            <a:avLst/>
          </a:prstGeom>
        </p:spPr>
      </p:pic>
      <p:sp>
        <p:nvSpPr>
          <p:cNvPr id="72" name="Shape 55"/>
          <p:cNvSpPr/>
          <p:nvPr/>
        </p:nvSpPr>
        <p:spPr>
          <a:xfrm>
            <a:off x="13178461" y="5337677"/>
            <a:ext cx="34289" cy="640064"/>
          </a:xfrm>
          <a:prstGeom prst="rect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73" name="Text 56"/>
          <p:cNvSpPr txBox="1"/>
          <p:nvPr/>
        </p:nvSpPr>
        <p:spPr>
          <a:xfrm>
            <a:off x="13429915" y="5154802"/>
            <a:ext cx="4400441" cy="10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open-source AI</a:t>
            </a:r>
            <a:endParaRPr lang="en-US" sz="2100" dirty="0"/>
          </a:p>
          <a:p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that has already been trained</a:t>
            </a:r>
            <a:endParaRPr lang="en-US" sz="2100" dirty="0"/>
          </a:p>
        </p:txBody>
      </p:sp>
      <p:sp>
        <p:nvSpPr>
          <p:cNvPr id="74" name="Shape 57"/>
          <p:cNvSpPr/>
          <p:nvPr/>
        </p:nvSpPr>
        <p:spPr>
          <a:xfrm>
            <a:off x="12104068" y="6217765"/>
            <a:ext cx="5817725" cy="1005815"/>
          </a:xfrm>
          <a:prstGeom prst="roundRect">
            <a:avLst>
              <a:gd name="adj" fmla="val 136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12286943" y="6354921"/>
            <a:ext cx="731502" cy="731502"/>
          </a:xfrm>
          <a:prstGeom prst="roundRect">
            <a:avLst>
              <a:gd name="adj" fmla="val 15625"/>
            </a:avLst>
          </a:prstGeom>
          <a:solidFill>
            <a:srgbClr val="1AA7C9"/>
          </a:solidFill>
          <a:ln w="12700">
            <a:solidFill>
              <a:srgbClr val="1AA7C9"/>
            </a:solidFill>
            <a:prstDash val="solid"/>
          </a:ln>
        </p:spPr>
      </p:sp>
      <p:pic>
        <p:nvPicPr>
          <p:cNvPr id="7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69818" y="6537797"/>
            <a:ext cx="365751" cy="365751"/>
          </a:xfrm>
          <a:prstGeom prst="rect">
            <a:avLst/>
          </a:prstGeom>
        </p:spPr>
      </p:pic>
      <p:sp>
        <p:nvSpPr>
          <p:cNvPr id="77" name="Shape 59"/>
          <p:cNvSpPr/>
          <p:nvPr/>
        </p:nvSpPr>
        <p:spPr>
          <a:xfrm>
            <a:off x="13178461" y="6400640"/>
            <a:ext cx="34289" cy="640064"/>
          </a:xfrm>
          <a:prstGeom prst="rect">
            <a:avLst/>
          </a:prstGeom>
          <a:solidFill>
            <a:srgbClr val="1AA7C9"/>
          </a:solidFill>
          <a:ln w="12700">
            <a:solidFill>
              <a:srgbClr val="1AA7C9"/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13429915" y="6217765"/>
            <a:ext cx="4400441" cy="10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upgrade</a:t>
            </a:r>
            <a:endParaRPr lang="en-US" sz="2100" dirty="0"/>
          </a:p>
          <a:p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objects or goals can be added in software</a:t>
            </a:r>
            <a:endParaRPr lang="en-US" sz="2100" dirty="0"/>
          </a:p>
        </p:txBody>
      </p:sp>
      <p:sp>
        <p:nvSpPr>
          <p:cNvPr id="79" name="Shape 61"/>
          <p:cNvSpPr/>
          <p:nvPr/>
        </p:nvSpPr>
        <p:spPr>
          <a:xfrm>
            <a:off x="12104068" y="7280729"/>
            <a:ext cx="5817725" cy="1005815"/>
          </a:xfrm>
          <a:prstGeom prst="roundRect">
            <a:avLst>
              <a:gd name="adj" fmla="val 1363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12286943" y="7417884"/>
            <a:ext cx="731502" cy="731502"/>
          </a:xfrm>
          <a:prstGeom prst="roundRect">
            <a:avLst>
              <a:gd name="adj" fmla="val 15625"/>
            </a:avLst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pic>
        <p:nvPicPr>
          <p:cNvPr id="8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469818" y="7600760"/>
            <a:ext cx="365751" cy="365751"/>
          </a:xfrm>
          <a:prstGeom prst="rect">
            <a:avLst/>
          </a:prstGeom>
        </p:spPr>
      </p:pic>
      <p:sp>
        <p:nvSpPr>
          <p:cNvPr id="82" name="Shape 63"/>
          <p:cNvSpPr/>
          <p:nvPr/>
        </p:nvSpPr>
        <p:spPr>
          <a:xfrm>
            <a:off x="13178461" y="7463605"/>
            <a:ext cx="34289" cy="640064"/>
          </a:xfrm>
          <a:prstGeom prst="rect">
            <a:avLst/>
          </a:prstGeom>
          <a:solidFill>
            <a:srgbClr val="2E9E4F"/>
          </a:solidFill>
          <a:ln w="12700">
            <a:solidFill>
              <a:srgbClr val="2E9E4F"/>
            </a:solidFill>
            <a:prstDash val="solid"/>
          </a:ln>
        </p:spPr>
      </p:sp>
      <p:sp>
        <p:nvSpPr>
          <p:cNvPr id="83" name="Text 64"/>
          <p:cNvSpPr txBox="1"/>
          <p:nvPr/>
        </p:nvSpPr>
        <p:spPr>
          <a:xfrm>
            <a:off x="13429915" y="7280729"/>
            <a:ext cx="4400441" cy="10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</a:t>
            </a:r>
            <a:endParaRPr lang="en-US" sz="2100" dirty="0"/>
          </a:p>
          <a:p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logic that anyone can understand and extend</a:t>
            </a:r>
            <a:endParaRPr lang="en-US" sz="2100" dirty="0"/>
          </a:p>
        </p:txBody>
      </p:sp>
      <p:sp>
        <p:nvSpPr>
          <p:cNvPr id="84" name="Shape 65"/>
          <p:cNvSpPr/>
          <p:nvPr/>
        </p:nvSpPr>
        <p:spPr>
          <a:xfrm>
            <a:off x="365752" y="8526567"/>
            <a:ext cx="17556041" cy="1451574"/>
          </a:xfrm>
          <a:prstGeom prst="roundRect">
            <a:avLst>
              <a:gd name="adj" fmla="val 7874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85" name="Shape 66"/>
          <p:cNvSpPr/>
          <p:nvPr/>
        </p:nvSpPr>
        <p:spPr>
          <a:xfrm>
            <a:off x="365752" y="8515138"/>
            <a:ext cx="17556041" cy="45719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86" name="Shape 67"/>
          <p:cNvSpPr/>
          <p:nvPr/>
        </p:nvSpPr>
        <p:spPr>
          <a:xfrm>
            <a:off x="514337" y="8743732"/>
            <a:ext cx="68579" cy="1005815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87" name="Shape 68"/>
          <p:cNvSpPr/>
          <p:nvPr/>
        </p:nvSpPr>
        <p:spPr>
          <a:xfrm>
            <a:off x="2045919" y="8743731"/>
            <a:ext cx="17145" cy="97152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88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957" y="8903749"/>
            <a:ext cx="662924" cy="662924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2388811" y="8884880"/>
            <a:ext cx="15430115" cy="723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robot works like a person walking to a destination. It looks around, spots the target,</a:t>
            </a:r>
            <a:endParaRPr lang="en-US" sz="2025" dirty="0"/>
          </a:p>
          <a:p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which way to turn, and walks toward it, avoiding anything in the way.</a:t>
            </a:r>
            <a:endParaRPr lang="en-US" sz="2025" dirty="0"/>
          </a:p>
        </p:txBody>
      </p:sp>
      <p:pic>
        <p:nvPicPr>
          <p:cNvPr id="91" name="Google Shape;107;p15" title="pptnlogo.png">
            <a:extLst>
              <a:ext uri="{FF2B5EF4-FFF2-40B4-BE49-F238E27FC236}">
                <a16:creationId xmlns:a16="http://schemas.microsoft.com/office/drawing/2014/main" id="{78549851-462B-CA18-E05D-0A724756658E}"/>
              </a:ext>
            </a:extLst>
          </p:cNvPr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-370691" y="1294005"/>
            <a:ext cx="5485826" cy="170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    </a:t>
            </a:r>
            <a:r>
              <a:rPr lang="en-US" sz="4800" b="1" i="0" u="sng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ARCHITECTURE</a:t>
            </a:r>
            <a:endParaRPr sz="4800" b="1" u="sng" dirty="0">
              <a:latin typeface="+mj-l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95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3C96148-8DAA-D192-A3AC-435CFD391041}"/>
              </a:ext>
            </a:extLst>
          </p:cNvPr>
          <p:cNvGrpSpPr/>
          <p:nvPr/>
        </p:nvGrpSpPr>
        <p:grpSpPr>
          <a:xfrm>
            <a:off x="1444377" y="2542798"/>
            <a:ext cx="3996820" cy="4124529"/>
            <a:chOff x="3760839" y="3377381"/>
            <a:chExt cx="2462980" cy="389357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9F280B7-19B1-2513-1D21-0EBC9EB2E5BF}"/>
                </a:ext>
              </a:extLst>
            </p:cNvPr>
            <p:cNvSpPr/>
            <p:nvPr/>
          </p:nvSpPr>
          <p:spPr>
            <a:xfrm>
              <a:off x="3878826" y="3377381"/>
              <a:ext cx="2315497" cy="3893574"/>
            </a:xfrm>
            <a:prstGeom prst="round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E58536F-F267-797D-0624-A5ABEE3DB649}"/>
                </a:ext>
              </a:extLst>
            </p:cNvPr>
            <p:cNvSpPr/>
            <p:nvPr/>
          </p:nvSpPr>
          <p:spPr>
            <a:xfrm>
              <a:off x="3760839" y="4041059"/>
              <a:ext cx="2462980" cy="3126657"/>
            </a:xfrm>
            <a:custGeom>
              <a:avLst/>
              <a:gdLst>
                <a:gd name="csX0" fmla="*/ 0 w 2344993"/>
                <a:gd name="csY0" fmla="*/ 0 h 3126657"/>
                <a:gd name="csX1" fmla="*/ 2315497 w 2344993"/>
                <a:gd name="csY1" fmla="*/ 0 h 3126657"/>
                <a:gd name="csX2" fmla="*/ 2344993 w 2344993"/>
                <a:gd name="csY2" fmla="*/ 2743200 h 3126657"/>
                <a:gd name="csX3" fmla="*/ 0 w 2344993"/>
                <a:gd name="csY3" fmla="*/ 3126657 h 3126657"/>
                <a:gd name="csX4" fmla="*/ 0 w 2344993"/>
                <a:gd name="csY4" fmla="*/ 0 h 3126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4993" h="3126657">
                  <a:moveTo>
                    <a:pt x="0" y="0"/>
                  </a:moveTo>
                  <a:lnTo>
                    <a:pt x="2315497" y="0"/>
                  </a:lnTo>
                  <a:lnTo>
                    <a:pt x="2344993" y="2743200"/>
                  </a:lnTo>
                  <a:lnTo>
                    <a:pt x="0" y="3126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06DF76-D767-8A18-C7B6-DA92B6B0427B}"/>
              </a:ext>
            </a:extLst>
          </p:cNvPr>
          <p:cNvGrpSpPr/>
          <p:nvPr/>
        </p:nvGrpSpPr>
        <p:grpSpPr>
          <a:xfrm>
            <a:off x="12846512" y="2542798"/>
            <a:ext cx="3853799" cy="4120745"/>
            <a:chOff x="13820158" y="2411034"/>
            <a:chExt cx="2448232" cy="342162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EC77925-82B7-83EF-E80C-5A63A6780829}"/>
                </a:ext>
              </a:extLst>
            </p:cNvPr>
            <p:cNvSpPr/>
            <p:nvPr/>
          </p:nvSpPr>
          <p:spPr>
            <a:xfrm>
              <a:off x="13937439" y="2411034"/>
              <a:ext cx="2301632" cy="3421626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919DAA8A-0C3E-FE67-2EA5-C257CF309EDE}"/>
                </a:ext>
              </a:extLst>
            </p:cNvPr>
            <p:cNvSpPr/>
            <p:nvPr/>
          </p:nvSpPr>
          <p:spPr>
            <a:xfrm>
              <a:off x="13820158" y="2994266"/>
              <a:ext cx="2448232" cy="2747669"/>
            </a:xfrm>
            <a:custGeom>
              <a:avLst/>
              <a:gdLst>
                <a:gd name="csX0" fmla="*/ 0 w 2344993"/>
                <a:gd name="csY0" fmla="*/ 0 h 3126657"/>
                <a:gd name="csX1" fmla="*/ 2315497 w 2344993"/>
                <a:gd name="csY1" fmla="*/ 0 h 3126657"/>
                <a:gd name="csX2" fmla="*/ 2344993 w 2344993"/>
                <a:gd name="csY2" fmla="*/ 2743200 h 3126657"/>
                <a:gd name="csX3" fmla="*/ 0 w 2344993"/>
                <a:gd name="csY3" fmla="*/ 3126657 h 3126657"/>
                <a:gd name="csX4" fmla="*/ 0 w 2344993"/>
                <a:gd name="csY4" fmla="*/ 0 h 3126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4993" h="3126657">
                  <a:moveTo>
                    <a:pt x="0" y="0"/>
                  </a:moveTo>
                  <a:lnTo>
                    <a:pt x="2315497" y="0"/>
                  </a:lnTo>
                  <a:lnTo>
                    <a:pt x="2344993" y="2743200"/>
                  </a:lnTo>
                  <a:lnTo>
                    <a:pt x="0" y="3126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FE7A08C-C1A4-DAAF-E987-4412F974521F}"/>
              </a:ext>
            </a:extLst>
          </p:cNvPr>
          <p:cNvGrpSpPr/>
          <p:nvPr/>
        </p:nvGrpSpPr>
        <p:grpSpPr>
          <a:xfrm>
            <a:off x="7168083" y="2542798"/>
            <a:ext cx="3948955" cy="4126830"/>
            <a:chOff x="8094848" y="2554048"/>
            <a:chExt cx="2448232" cy="342162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E1881A9-BF38-326D-00F2-A3E9A3B7B670}"/>
                </a:ext>
              </a:extLst>
            </p:cNvPr>
            <p:cNvSpPr/>
            <p:nvPr/>
          </p:nvSpPr>
          <p:spPr>
            <a:xfrm>
              <a:off x="8212129" y="2554048"/>
              <a:ext cx="2301632" cy="3421626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F92B07AF-FCBD-238F-CBDC-05677E10FAA9}"/>
                </a:ext>
              </a:extLst>
            </p:cNvPr>
            <p:cNvSpPr/>
            <p:nvPr/>
          </p:nvSpPr>
          <p:spPr>
            <a:xfrm>
              <a:off x="8094848" y="3137280"/>
              <a:ext cx="2448232" cy="2747669"/>
            </a:xfrm>
            <a:custGeom>
              <a:avLst/>
              <a:gdLst>
                <a:gd name="csX0" fmla="*/ 0 w 2344993"/>
                <a:gd name="csY0" fmla="*/ 0 h 3126657"/>
                <a:gd name="csX1" fmla="*/ 2315497 w 2344993"/>
                <a:gd name="csY1" fmla="*/ 0 h 3126657"/>
                <a:gd name="csX2" fmla="*/ 2344993 w 2344993"/>
                <a:gd name="csY2" fmla="*/ 2743200 h 3126657"/>
                <a:gd name="csX3" fmla="*/ 0 w 2344993"/>
                <a:gd name="csY3" fmla="*/ 3126657 h 3126657"/>
                <a:gd name="csX4" fmla="*/ 0 w 2344993"/>
                <a:gd name="csY4" fmla="*/ 0 h 3126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44993" h="3126657">
                  <a:moveTo>
                    <a:pt x="0" y="0"/>
                  </a:moveTo>
                  <a:lnTo>
                    <a:pt x="2315497" y="0"/>
                  </a:lnTo>
                  <a:lnTo>
                    <a:pt x="2344993" y="2743200"/>
                  </a:lnTo>
                  <a:lnTo>
                    <a:pt x="0" y="3126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A57209-A5D8-9151-00D6-40CD5F962CF7}"/>
              </a:ext>
            </a:extLst>
          </p:cNvPr>
          <p:cNvGrpSpPr/>
          <p:nvPr/>
        </p:nvGrpSpPr>
        <p:grpSpPr>
          <a:xfrm>
            <a:off x="-171916" y="4084629"/>
            <a:ext cx="1736720" cy="1452852"/>
            <a:chOff x="3634725" y="7887565"/>
            <a:chExt cx="2147657" cy="2164472"/>
          </a:xfrm>
        </p:grpSpPr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33B44BD4-FBA7-114B-CB94-E0A7B1F47E6E}"/>
                </a:ext>
              </a:extLst>
            </p:cNvPr>
            <p:cNvSpPr/>
            <p:nvPr/>
          </p:nvSpPr>
          <p:spPr>
            <a:xfrm>
              <a:off x="3851535" y="7887565"/>
              <a:ext cx="1706880" cy="2147657"/>
            </a:xfrm>
            <a:prstGeom prst="flowChartConnector">
              <a:avLst/>
            </a:prstGeom>
            <a:solidFill>
              <a:srgbClr val="FFCC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93CF8F-5693-9CCB-D655-A295C9A8F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5495" y1="38658" x2="25080" y2="38658"/>
                          <a14:foregroundMark x1="16454" y1="50479" x2="24441" y2="50479"/>
                          <a14:foregroundMark x1="17093" y1="59744" x2="26038" y2="59744"/>
                          <a14:foregroundMark x1="45527" y1="44409" x2="56709" y2="47604"/>
                          <a14:foregroundMark x1="75879" y1="40096" x2="82588" y2="39617"/>
                          <a14:foregroundMark x1="75240" y1="50160" x2="80176" y2="52306"/>
                          <a14:foregroundMark x1="78115" y1="60703" x2="85783" y2="61022"/>
                          <a14:foregroundMark x1="61182" y1="76518" x2="61182" y2="83067"/>
                          <a14:foregroundMark x1="48722" y1="78275" x2="48944" y2="85379"/>
                          <a14:foregroundMark x1="37859" y1="76038" x2="41374" y2="81150"/>
                          <a14:foregroundMark x1="39457" y1="24281" x2="39776" y2="22364"/>
                          <a14:foregroundMark x1="50639" y1="21406" x2="50639" y2="18051"/>
                          <a14:foregroundMark x1="60863" y1="23323" x2="61821" y2="20447"/>
                          <a14:backgroundMark x1="80671" y1="53514" x2="84505" y2="53994"/>
                          <a14:backgroundMark x1="48083" y1="88498" x2="50319" y2="88498"/>
                          <a14:backgroundMark x1="50319" y1="87540" x2="49042" y2="87540"/>
                          <a14:backgroundMark x1="79712" y1="53035" x2="81949" y2="5303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34725" y="7904380"/>
              <a:ext cx="2147657" cy="2147657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219E65-84A9-B860-80A0-217719C7382F}"/>
              </a:ext>
            </a:extLst>
          </p:cNvPr>
          <p:cNvGrpSpPr/>
          <p:nvPr/>
        </p:nvGrpSpPr>
        <p:grpSpPr>
          <a:xfrm>
            <a:off x="5525914" y="3947239"/>
            <a:ext cx="1758613" cy="1905000"/>
            <a:chOff x="8923353" y="6923925"/>
            <a:chExt cx="2041493" cy="2364454"/>
          </a:xfrm>
        </p:grpSpPr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56D9F0A1-A94F-E98F-DBA6-4FF435CFCA6C}"/>
                </a:ext>
              </a:extLst>
            </p:cNvPr>
            <p:cNvSpPr/>
            <p:nvPr/>
          </p:nvSpPr>
          <p:spPr>
            <a:xfrm>
              <a:off x="9144000" y="7108790"/>
              <a:ext cx="1600200" cy="1828800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A991B9F-A574-C09D-2622-6702EFAE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25000" y1="42500" x2="30385" y2="42500"/>
                          <a14:foregroundMark x1="28846" y1="41429" x2="30385" y2="41429"/>
                          <a14:foregroundMark x1="60207" y1="46955" x2="60769" y2="47143"/>
                          <a14:foregroundMark x1="59060" y1="46572" x2="59728" y2="46795"/>
                          <a14:foregroundMark x1="57776" y1="38048" x2="59626" y2="37842"/>
                          <a14:foregroundMark x1="32308" y1="65714" x2="51538" y2="65714"/>
                          <a14:foregroundMark x1="46538" y1="29643" x2="58139" y2="32413"/>
                          <a14:foregroundMark x1="66589" y1="32174" x2="71154" y2="32500"/>
                          <a14:foregroundMark x1="61166" y1="31786" x2="63656" y2="31964"/>
                          <a14:foregroundMark x1="46154" y1="30714" x2="58579" y2="31602"/>
                          <a14:foregroundMark x1="71154" y1="32500" x2="73462" y2="50357"/>
                          <a14:foregroundMark x1="73462" y1="50357" x2="64615" y2="57143"/>
                          <a14:foregroundMark x1="64615" y1="57143" x2="27308" y2="53214"/>
                          <a14:foregroundMark x1="27308" y1="53214" x2="33077" y2="30357"/>
                          <a14:foregroundMark x1="33077" y1="30357" x2="43077" y2="28571"/>
                          <a14:foregroundMark x1="43077" y1="28571" x2="50178" y2="33068"/>
                          <a14:foregroundMark x1="57004" y1="55710" x2="60512" y2="52657"/>
                          <a14:foregroundMark x1="55769" y1="56786" x2="56995" y2="55719"/>
                          <a14:foregroundMark x1="43077" y1="32500" x2="40769" y2="29286"/>
                          <a14:foregroundMark x1="66773" y1="31905" x2="69615" y2="29643"/>
                          <a14:foregroundMark x1="71538" y1="44286" x2="70000" y2="41786"/>
                          <a14:foregroundMark x1="45894" y1="44523" x2="46538" y2="44643"/>
                          <a14:foregroundMark x1="46538" y1="45000" x2="46923" y2="43929"/>
                          <a14:foregroundMark x1="46923" y1="45357" x2="48462" y2="45357"/>
                          <a14:foregroundMark x1="46309" y1="44145" x2="47692" y2="46071"/>
                          <a14:foregroundMark x1="45769" y1="42857" x2="45385" y2="42857"/>
                          <a14:foregroundMark x1="45593" y1="43031" x2="45000" y2="43214"/>
                          <a14:foregroundMark x1="45458" y1="43153" x2="45769" y2="42143"/>
                          <a14:foregroundMark x1="44755" y1="43214" x2="45392" y2="43214"/>
                          <a14:foregroundMark x1="58077" y1="37143" x2="59615" y2="38214"/>
                          <a14:foregroundMark x1="58462" y1="47500" x2="58077" y2="46786"/>
                          <a14:foregroundMark x1="58462" y1="47857" x2="60000" y2="45714"/>
                          <a14:foregroundMark x1="58462" y1="46786" x2="57692" y2="48214"/>
                          <a14:foregroundMark x1="46538" y1="45357" x2="46154" y2="43571"/>
                          <a14:foregroundMark x1="46538" y1="43571" x2="43462" y2="43571"/>
                          <a14:foregroundMark x1="57692" y1="47500" x2="58846" y2="47500"/>
                          <a14:foregroundMark x1="58846" y1="47500" x2="58077" y2="46786"/>
                          <a14:foregroundMark x1="57692" y1="47143" x2="58462" y2="47857"/>
                          <a14:foregroundMark x1="56923" y1="45357" x2="58462" y2="46071"/>
                          <a14:foregroundMark x1="58077" y1="45357" x2="60000" y2="49286"/>
                          <a14:foregroundMark x1="60000" y1="49286" x2="60000" y2="49286"/>
                          <a14:foregroundMark x1="57692" y1="38571" x2="59231" y2="36786"/>
                          <a14:foregroundMark x1="58462" y1="36786" x2="56923" y2="36786"/>
                          <a14:foregroundMark x1="39231" y1="42500" x2="47308" y2="43214"/>
                          <a14:foregroundMark x1="49615" y1="36429" x2="41538" y2="33929"/>
                          <a14:foregroundMark x1="41538" y1="33929" x2="38846" y2="43214"/>
                          <a14:foregroundMark x1="38846" y1="43214" x2="42308" y2="48929"/>
                          <a14:foregroundMark x1="42308" y1="48929" x2="52308" y2="45000"/>
                          <a14:foregroundMark x1="52308" y1="45000" x2="51154" y2="33214"/>
                          <a14:foregroundMark x1="51154" y1="33214" x2="47308" y2="36429"/>
                          <a14:foregroundMark x1="61923" y1="36071" x2="56538" y2="38571"/>
                          <a14:foregroundMark x1="56538" y1="38571" x2="56923" y2="35000"/>
                          <a14:foregroundMark x1="53462" y1="48571" x2="52692" y2="41786"/>
                          <a14:foregroundMark x1="54231" y1="42143" x2="52308" y2="42857"/>
                          <a14:foregroundMark x1="56538" y1="44643" x2="51923" y2="44643"/>
                          <a14:backgroundMark x1="22692" y1="13929" x2="85769" y2="15357"/>
                          <a14:backgroundMark x1="23077" y1="15357" x2="76154" y2="15357"/>
                          <a14:backgroundMark x1="76154" y1="15357" x2="86923" y2="31429"/>
                          <a14:backgroundMark x1="86923" y1="31429" x2="91154" y2="61071"/>
                          <a14:backgroundMark x1="91154" y1="61071" x2="81923" y2="75000"/>
                          <a14:backgroundMark x1="81923" y1="75000" x2="35000" y2="82143"/>
                          <a14:backgroundMark x1="35000" y1="82143" x2="16923" y2="79286"/>
                          <a14:backgroundMark x1="16923" y1="79286" x2="16538" y2="36071"/>
                          <a14:backgroundMark x1="16538" y1="36071" x2="22692" y2="13214"/>
                          <a14:backgroundMark x1="22692" y1="13214" x2="22692" y2="1285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23353" y="6923925"/>
              <a:ext cx="2041493" cy="2364454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FC28CF-933D-1A3B-A134-A94D69CD3F2B}"/>
              </a:ext>
            </a:extLst>
          </p:cNvPr>
          <p:cNvGrpSpPr/>
          <p:nvPr/>
        </p:nvGrpSpPr>
        <p:grpSpPr>
          <a:xfrm>
            <a:off x="11375315" y="4054793"/>
            <a:ext cx="1414344" cy="1512525"/>
            <a:chOff x="10689158" y="7085482"/>
            <a:chExt cx="2301632" cy="2164080"/>
          </a:xfrm>
        </p:grpSpPr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042321B5-A241-F454-0423-25F756C83E28}"/>
                </a:ext>
              </a:extLst>
            </p:cNvPr>
            <p:cNvSpPr/>
            <p:nvPr/>
          </p:nvSpPr>
          <p:spPr>
            <a:xfrm>
              <a:off x="10689158" y="7085482"/>
              <a:ext cx="2301632" cy="2164080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95E3854-5375-B4CD-389F-46A865E68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10750" y1="48250" x2="12711" y2="50500"/>
                          <a14:foregroundMark x1="35000" y1="50125" x2="39750" y2="53375"/>
                          <a14:backgroundMark x1="14750" y1="52375" x2="15500" y2="54875"/>
                          <a14:backgroundMark x1="13750" y1="50500" x2="13750" y2="5412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110522" y="7248015"/>
              <a:ext cx="1869493" cy="1869493"/>
            </a:xfrm>
            <a:prstGeom prst="rect">
              <a:avLst/>
            </a:prstGeom>
          </p:spPr>
        </p:pic>
      </p:grpSp>
      <p:sp>
        <p:nvSpPr>
          <p:cNvPr id="30" name="Callout: Down Arrow 29">
            <a:extLst>
              <a:ext uri="{FF2B5EF4-FFF2-40B4-BE49-F238E27FC236}">
                <a16:creationId xmlns:a16="http://schemas.microsoft.com/office/drawing/2014/main" id="{E0920784-B1BB-4FAD-2762-A5C0454EDE35}"/>
              </a:ext>
            </a:extLst>
          </p:cNvPr>
          <p:cNvSpPr/>
          <p:nvPr/>
        </p:nvSpPr>
        <p:spPr>
          <a:xfrm>
            <a:off x="7321380" y="1389120"/>
            <a:ext cx="3642360" cy="980080"/>
          </a:xfrm>
          <a:prstGeom prst="downArrowCallout">
            <a:avLst/>
          </a:pr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odoni MT Black" panose="02070A03080606020203" pitchFamily="18" charset="0"/>
              </a:rPr>
              <a:t>TECH STACK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5CCD9DD-5878-E5A0-9CB0-2A04D82E2161}"/>
              </a:ext>
            </a:extLst>
          </p:cNvPr>
          <p:cNvCxnSpPr>
            <a:cxnSpLocks/>
            <a:stCxn id="2" idx="0"/>
            <a:endCxn id="30" idx="1"/>
          </p:cNvCxnSpPr>
          <p:nvPr/>
        </p:nvCxnSpPr>
        <p:spPr>
          <a:xfrm flipV="1">
            <a:off x="3514587" y="1707533"/>
            <a:ext cx="3806793" cy="835265"/>
          </a:xfrm>
          <a:prstGeom prst="line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A0972D-1D39-27BF-191D-14875B9AB70B}"/>
              </a:ext>
            </a:extLst>
          </p:cNvPr>
          <p:cNvCxnSpPr>
            <a:cxnSpLocks/>
            <a:stCxn id="30" idx="3"/>
            <a:endCxn id="20" idx="0"/>
          </p:cNvCxnSpPr>
          <p:nvPr/>
        </p:nvCxnSpPr>
        <p:spPr>
          <a:xfrm>
            <a:off x="10963740" y="1707533"/>
            <a:ext cx="3878903" cy="835265"/>
          </a:xfrm>
          <a:prstGeom prst="line">
            <a:avLst/>
          </a:prstGeom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B8D1BFB-4942-088B-A6C9-24ADD3BDC479}"/>
              </a:ext>
            </a:extLst>
          </p:cNvPr>
          <p:cNvSpPr txBox="1"/>
          <p:nvPr/>
        </p:nvSpPr>
        <p:spPr>
          <a:xfrm>
            <a:off x="1770440" y="2750656"/>
            <a:ext cx="3344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odoni MT Black" panose="02070A03080606020203" pitchFamily="18" charset="0"/>
              </a:rPr>
              <a:t>HARDWARE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6356ED-B802-D98F-E75F-D283AAFD9DC6}"/>
              </a:ext>
            </a:extLst>
          </p:cNvPr>
          <p:cNvSpPr txBox="1"/>
          <p:nvPr/>
        </p:nvSpPr>
        <p:spPr>
          <a:xfrm>
            <a:off x="13335001" y="2781433"/>
            <a:ext cx="331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Bodoni MT Black" panose="02070A03080606020203" pitchFamily="18" charset="0"/>
              </a:rPr>
              <a:t>COMMUNICATION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5433C5-ECFB-08C1-FDCB-0C34896CF921}"/>
              </a:ext>
            </a:extLst>
          </p:cNvPr>
          <p:cNvSpPr txBox="1"/>
          <p:nvPr/>
        </p:nvSpPr>
        <p:spPr>
          <a:xfrm>
            <a:off x="8021347" y="2642288"/>
            <a:ext cx="2242425" cy="430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1BB326-A03B-19BE-4099-10864B3E8FF2}"/>
              </a:ext>
            </a:extLst>
          </p:cNvPr>
          <p:cNvSpPr txBox="1"/>
          <p:nvPr/>
        </p:nvSpPr>
        <p:spPr>
          <a:xfrm>
            <a:off x="7574280" y="2627700"/>
            <a:ext cx="335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Bodoni MT Black" panose="02070A03080606020203" pitchFamily="18" charset="0"/>
              </a:rPr>
              <a:t>SOFTWARE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F6BD43-FC97-F5F8-DA61-F4FF3BFFB9D7}"/>
              </a:ext>
            </a:extLst>
          </p:cNvPr>
          <p:cNvSpPr txBox="1"/>
          <p:nvPr/>
        </p:nvSpPr>
        <p:spPr>
          <a:xfrm>
            <a:off x="1444377" y="3274031"/>
            <a:ext cx="399423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ESP32-CAM</a:t>
            </a:r>
            <a:r>
              <a:rPr lang="en-US" sz="2200" dirty="0">
                <a:highlight>
                  <a:srgbClr val="00FF00"/>
                </a:highlight>
                <a:latin typeface="Bahnschrift SemiBold" panose="020B0502040204020203" pitchFamily="34" charset="0"/>
              </a:rPr>
              <a:t> </a:t>
            </a:r>
            <a:r>
              <a:rPr lang="en-US" sz="2200" dirty="0">
                <a:latin typeface="Bahnschrift SemiBold" panose="020B0502040204020203" pitchFamily="34" charset="0"/>
              </a:rPr>
              <a:t>(Eyes): sees the surroundings.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ESP32 / Arduino </a:t>
            </a:r>
            <a:r>
              <a:rPr lang="en-US" sz="2200" b="1" dirty="0">
                <a:latin typeface="Bahnschrift SemiBold" panose="020B0502040204020203" pitchFamily="34" charset="0"/>
              </a:rPr>
              <a:t>(Controller):</a:t>
            </a:r>
            <a:r>
              <a:rPr lang="en-US" sz="2200" dirty="0">
                <a:latin typeface="Bahnschrift SemiBold" panose="020B0502040204020203" pitchFamily="34" charset="0"/>
              </a:rPr>
              <a:t> takes the decision and runs the robot’s parts.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L298N driver + DC motors </a:t>
            </a:r>
            <a:r>
              <a:rPr lang="en-US" sz="2200" b="1" dirty="0">
                <a:latin typeface="Bahnschrift SemiBold" panose="020B0502040204020203" pitchFamily="34" charset="0"/>
              </a:rPr>
              <a:t>(Movement):</a:t>
            </a:r>
            <a:r>
              <a:rPr lang="en-US" sz="2200" dirty="0">
                <a:latin typeface="Bahnschrift SemiBold" panose="020B0502040204020203" pitchFamily="34" charset="0"/>
              </a:rPr>
              <a:t> moves the robot</a:t>
            </a:r>
            <a:r>
              <a:rPr lang="en-US" sz="2400" dirty="0">
                <a:latin typeface="Bahnschrift SemiBold" panose="020B050204020402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878544-0145-7FCB-2464-C14EF8024FBE}"/>
              </a:ext>
            </a:extLst>
          </p:cNvPr>
          <p:cNvSpPr txBox="1"/>
          <p:nvPr/>
        </p:nvSpPr>
        <p:spPr>
          <a:xfrm>
            <a:off x="7168083" y="3274031"/>
            <a:ext cx="390166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Python</a:t>
            </a:r>
            <a:r>
              <a:rPr lang="en-US" sz="2200" b="1" dirty="0">
                <a:highlight>
                  <a:srgbClr val="00FF00"/>
                </a:highlight>
                <a:latin typeface="Bahnschrift SemiBold" panose="020B0502040204020203" pitchFamily="34" charset="0"/>
              </a:rPr>
              <a:t> </a:t>
            </a:r>
            <a:r>
              <a:rPr lang="en-US" sz="2200" b="1" dirty="0">
                <a:latin typeface="Bahnschrift SemiBold" panose="020B0502040204020203" pitchFamily="34" charset="0"/>
              </a:rPr>
              <a:t>(Language):</a:t>
            </a:r>
            <a:r>
              <a:rPr lang="en-US" sz="2200" dirty="0">
                <a:latin typeface="Bahnschrift SemiBold" panose="020B0502040204020203" pitchFamily="34" charset="0"/>
              </a:rPr>
              <a:t> the main program is written in it.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OpenCV</a:t>
            </a:r>
            <a:r>
              <a:rPr lang="en-US" sz="2200" b="1" dirty="0">
                <a:highlight>
                  <a:srgbClr val="00FF00"/>
                </a:highlight>
                <a:latin typeface="Bahnschrift SemiBold" panose="020B0502040204020203" pitchFamily="34" charset="0"/>
              </a:rPr>
              <a:t> </a:t>
            </a:r>
            <a:r>
              <a:rPr lang="en-US" sz="2200" b="1" dirty="0">
                <a:latin typeface="Bahnschrift SemiBold" panose="020B0502040204020203" pitchFamily="34" charset="0"/>
              </a:rPr>
              <a:t>(Vision-tools):</a:t>
            </a:r>
            <a:r>
              <a:rPr lang="en-US" sz="2200" dirty="0">
                <a:latin typeface="Bahnschrift SemiBold" panose="020B0502040204020203" pitchFamily="34" charset="0"/>
              </a:rPr>
              <a:t> reads and processes the camera video.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YOLOv8-nano</a:t>
            </a:r>
            <a:r>
              <a:rPr lang="en-US" sz="2200" b="1" dirty="0">
                <a:highlight>
                  <a:srgbClr val="00FF00"/>
                </a:highlight>
                <a:latin typeface="Bahnschrift SemiBold" panose="020B0502040204020203" pitchFamily="34" charset="0"/>
              </a:rPr>
              <a:t> </a:t>
            </a:r>
            <a:r>
              <a:rPr lang="en-US" sz="2200" b="1" dirty="0">
                <a:latin typeface="Bahnschrift SemiBold" panose="020B0502040204020203" pitchFamily="34" charset="0"/>
              </a:rPr>
              <a:t>(Detector):</a:t>
            </a:r>
            <a:r>
              <a:rPr lang="en-US" sz="2200" dirty="0">
                <a:latin typeface="Bahnschrift SemiBold" panose="020B0502040204020203" pitchFamily="34" charset="0"/>
              </a:rPr>
              <a:t> the AI model that finds objects and people.</a:t>
            </a:r>
          </a:p>
          <a:p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626F41-B6BE-D117-4A5C-BF80157F1F73}"/>
              </a:ext>
            </a:extLst>
          </p:cNvPr>
          <p:cNvSpPr txBox="1"/>
          <p:nvPr/>
        </p:nvSpPr>
        <p:spPr>
          <a:xfrm>
            <a:off x="12789659" y="3274031"/>
            <a:ext cx="38625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 err="1">
                <a:highlight>
                  <a:srgbClr val="00FF00"/>
                </a:highlight>
                <a:latin typeface="Bahnschrift SemiBold" panose="020B0502040204020203" pitchFamily="34" charset="0"/>
              </a:rPr>
              <a:t>WiFi</a:t>
            </a:r>
            <a:r>
              <a:rPr lang="en-US" sz="2200" b="1" dirty="0">
                <a:latin typeface="Bahnschrift SemiBold" panose="020B0502040204020203" pitchFamily="34" charset="0"/>
              </a:rPr>
              <a:t> (Link):</a:t>
            </a:r>
            <a:r>
              <a:rPr lang="en-US" sz="2200" dirty="0">
                <a:latin typeface="Bahnschrift SemiBold" panose="020B0502040204020203" pitchFamily="34" charset="0"/>
              </a:rPr>
              <a:t> connects the robot and the laptop.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Video stream </a:t>
            </a:r>
            <a:r>
              <a:rPr lang="en-US" sz="2200" b="1" dirty="0">
                <a:latin typeface="Bahnschrift SemiBold" panose="020B0502040204020203" pitchFamily="34" charset="0"/>
              </a:rPr>
              <a:t>(Sight):</a:t>
            </a:r>
            <a:r>
              <a:rPr lang="en-US" sz="2200" dirty="0">
                <a:latin typeface="Bahnschrift SemiBold" panose="020B0502040204020203" pitchFamily="34" charset="0"/>
              </a:rPr>
              <a:t> camera video goes from the robot to the laptop.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highlight>
                  <a:srgbClr val="00FF00"/>
                </a:highlight>
                <a:latin typeface="Bahnschrift SemiBold" panose="020B0502040204020203" pitchFamily="34" charset="0"/>
              </a:rPr>
              <a:t>Commands</a:t>
            </a:r>
            <a:r>
              <a:rPr lang="en-US" sz="2200" b="1" u="sng" dirty="0">
                <a:latin typeface="Bahnschrift SemiBold" panose="020B0502040204020203" pitchFamily="34" charset="0"/>
              </a:rPr>
              <a:t> </a:t>
            </a:r>
            <a:r>
              <a:rPr lang="en-US" sz="2200" b="1" dirty="0">
                <a:latin typeface="Bahnschrift SemiBold" panose="020B0502040204020203" pitchFamily="34" charset="0"/>
              </a:rPr>
              <a:t>(Orders):</a:t>
            </a:r>
            <a:r>
              <a:rPr lang="en-US" sz="2200" dirty="0">
                <a:latin typeface="Bahnschrift SemiBold" panose="020B0502040204020203" pitchFamily="34" charset="0"/>
              </a:rPr>
              <a:t> forward, left, right or stop goes from the laptop to the robot.</a:t>
            </a:r>
          </a:p>
          <a:p>
            <a:endParaRPr lang="en-US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D2CA4828-657A-2756-51EE-3F9A964149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871401"/>
            <a:ext cx="18288000" cy="3500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01"/>
            <a:ext cx="18288000" cy="120448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" y="1371600"/>
            <a:ext cx="182875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48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MARKET RESEARCH/ANALYSIS</a:t>
            </a:r>
            <a:endParaRPr lang="en-US" sz="4800" u="sng" dirty="0"/>
          </a:p>
        </p:txBody>
      </p:sp>
      <p:sp>
        <p:nvSpPr>
          <p:cNvPr id="4" name="Shape 1"/>
          <p:cNvSpPr/>
          <p:nvPr/>
        </p:nvSpPr>
        <p:spPr>
          <a:xfrm>
            <a:off x="455353" y="2071120"/>
            <a:ext cx="17009618" cy="1189793"/>
          </a:xfrm>
          <a:prstGeom prst="rect">
            <a:avLst/>
          </a:prstGeom>
          <a:solidFill>
            <a:srgbClr val="EAF0FC"/>
          </a:solidFill>
          <a:ln w="9525">
            <a:solidFill>
              <a:srgbClr val="7F8F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2242" y="2159252"/>
            <a:ext cx="17009618" cy="1189793"/>
          </a:xfrm>
          <a:prstGeom prst="rect">
            <a:avLst/>
          </a:prstGeom>
          <a:solidFill>
            <a:srgbClr val="EAF0FC"/>
          </a:solidFill>
          <a:ln w="9525">
            <a:solidFill>
              <a:srgbClr val="7F8F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817" y="2262074"/>
            <a:ext cx="17009618" cy="1189793"/>
          </a:xfrm>
          <a:prstGeom prst="rect">
            <a:avLst/>
          </a:prstGeom>
          <a:solidFill>
            <a:srgbClr val="D3E1FB"/>
          </a:solidFill>
          <a:ln w="9525">
            <a:solidFill>
              <a:srgbClr val="5B6F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1329" y="2262074"/>
            <a:ext cx="16774598" cy="118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5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 automation is rising everywhere, especially in logistics and healthcare. Our low-cost design opens the market to smaller customers that big, expensive robots can’t serve.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396597" y="3701576"/>
            <a:ext cx="5141076" cy="499419"/>
          </a:xfrm>
          <a:prstGeom prst="roundRect">
            <a:avLst>
              <a:gd name="adj" fmla="val 23529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2241" y="3758082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2009" dirty="0"/>
          </a:p>
        </p:txBody>
      </p:sp>
      <p:sp>
        <p:nvSpPr>
          <p:cNvPr id="10" name="Shape 7"/>
          <p:cNvSpPr/>
          <p:nvPr/>
        </p:nvSpPr>
        <p:spPr>
          <a:xfrm>
            <a:off x="396597" y="4347883"/>
            <a:ext cx="5141076" cy="82257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6597" y="4347883"/>
            <a:ext cx="117510" cy="82257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4" y="4553525"/>
            <a:ext cx="411287" cy="41128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0374" y="4585857"/>
            <a:ext cx="411287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67" dirty="0"/>
          </a:p>
        </p:txBody>
      </p:sp>
      <p:sp>
        <p:nvSpPr>
          <p:cNvPr id="14" name="Text 11"/>
          <p:cNvSpPr txBox="1"/>
          <p:nvPr/>
        </p:nvSpPr>
        <p:spPr>
          <a:xfrm>
            <a:off x="1277925" y="4433766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Warehouses &amp; logistics</a:t>
            </a:r>
            <a:endParaRPr lang="en-US" sz="2009" dirty="0"/>
          </a:p>
        </p:txBody>
      </p:sp>
      <p:sp>
        <p:nvSpPr>
          <p:cNvPr id="15" name="Text 12"/>
          <p:cNvSpPr txBox="1"/>
          <p:nvPr/>
        </p:nvSpPr>
        <p:spPr>
          <a:xfrm>
            <a:off x="1277925" y="4754066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688" dirty="0"/>
          </a:p>
        </p:txBody>
      </p:sp>
      <p:sp>
        <p:nvSpPr>
          <p:cNvPr id="16" name="Shape 13"/>
          <p:cNvSpPr/>
          <p:nvPr/>
        </p:nvSpPr>
        <p:spPr>
          <a:xfrm>
            <a:off x="396597" y="5287964"/>
            <a:ext cx="5141076" cy="82257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6597" y="5287964"/>
            <a:ext cx="117510" cy="82257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4" y="5493608"/>
            <a:ext cx="411287" cy="41128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4" y="5525940"/>
            <a:ext cx="411287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67" dirty="0"/>
          </a:p>
        </p:txBody>
      </p:sp>
      <p:sp>
        <p:nvSpPr>
          <p:cNvPr id="20" name="Text 17"/>
          <p:cNvSpPr txBox="1"/>
          <p:nvPr/>
        </p:nvSpPr>
        <p:spPr>
          <a:xfrm>
            <a:off x="1277925" y="5373849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009" dirty="0"/>
          </a:p>
        </p:txBody>
      </p:sp>
      <p:sp>
        <p:nvSpPr>
          <p:cNvPr id="21" name="Text 18"/>
          <p:cNvSpPr txBox="1"/>
          <p:nvPr/>
        </p:nvSpPr>
        <p:spPr>
          <a:xfrm>
            <a:off x="1277925" y="5694148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carrying supplies, guiding visitors</a:t>
            </a:r>
            <a:endParaRPr lang="en-US" sz="1688" dirty="0"/>
          </a:p>
        </p:txBody>
      </p:sp>
      <p:sp>
        <p:nvSpPr>
          <p:cNvPr id="22" name="Shape 19"/>
          <p:cNvSpPr/>
          <p:nvPr/>
        </p:nvSpPr>
        <p:spPr>
          <a:xfrm>
            <a:off x="396597" y="6228047"/>
            <a:ext cx="5141076" cy="82257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6597" y="6228047"/>
            <a:ext cx="117510" cy="82257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0374" y="6433691"/>
            <a:ext cx="411287" cy="41128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0374" y="6466023"/>
            <a:ext cx="411287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67" dirty="0"/>
          </a:p>
        </p:txBody>
      </p:sp>
      <p:sp>
        <p:nvSpPr>
          <p:cNvPr id="26" name="Text 23"/>
          <p:cNvSpPr txBox="1"/>
          <p:nvPr/>
        </p:nvSpPr>
        <p:spPr>
          <a:xfrm>
            <a:off x="1277925" y="6313931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 &amp; restaurants</a:t>
            </a:r>
            <a:endParaRPr lang="en-US" sz="2009" dirty="0"/>
          </a:p>
        </p:txBody>
      </p:sp>
      <p:sp>
        <p:nvSpPr>
          <p:cNvPr id="27" name="Text 24"/>
          <p:cNvSpPr txBox="1"/>
          <p:nvPr/>
        </p:nvSpPr>
        <p:spPr>
          <a:xfrm>
            <a:off x="1277925" y="6634231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robots</a:t>
            </a:r>
            <a:endParaRPr lang="en-US" sz="1688" dirty="0"/>
          </a:p>
        </p:txBody>
      </p:sp>
      <p:sp>
        <p:nvSpPr>
          <p:cNvPr id="28" name="Shape 25"/>
          <p:cNvSpPr/>
          <p:nvPr/>
        </p:nvSpPr>
        <p:spPr>
          <a:xfrm>
            <a:off x="396597" y="7168130"/>
            <a:ext cx="5141076" cy="82257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96597" y="7168130"/>
            <a:ext cx="117510" cy="82257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0374" y="7373773"/>
            <a:ext cx="411287" cy="41128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0374" y="7406105"/>
            <a:ext cx="411287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67" dirty="0"/>
          </a:p>
        </p:txBody>
      </p:sp>
      <p:sp>
        <p:nvSpPr>
          <p:cNvPr id="32" name="Text 29"/>
          <p:cNvSpPr txBox="1"/>
          <p:nvPr/>
        </p:nvSpPr>
        <p:spPr>
          <a:xfrm>
            <a:off x="1277925" y="7254014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factories</a:t>
            </a:r>
            <a:endParaRPr lang="en-US" sz="2009" dirty="0"/>
          </a:p>
        </p:txBody>
      </p:sp>
      <p:sp>
        <p:nvSpPr>
          <p:cNvPr id="33" name="Text 30"/>
          <p:cNvSpPr txBox="1"/>
          <p:nvPr/>
        </p:nvSpPr>
        <p:spPr>
          <a:xfrm>
            <a:off x="1277925" y="7574314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workshops</a:t>
            </a:r>
            <a:endParaRPr lang="en-US" sz="1688" dirty="0"/>
          </a:p>
        </p:txBody>
      </p:sp>
      <p:sp>
        <p:nvSpPr>
          <p:cNvPr id="34" name="Shape 31"/>
          <p:cNvSpPr/>
          <p:nvPr/>
        </p:nvSpPr>
        <p:spPr>
          <a:xfrm>
            <a:off x="396597" y="8108212"/>
            <a:ext cx="5141076" cy="82257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96597" y="8108212"/>
            <a:ext cx="117510" cy="82257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0374" y="8313856"/>
            <a:ext cx="411287" cy="41128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90374" y="8346188"/>
            <a:ext cx="411287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67" dirty="0"/>
          </a:p>
        </p:txBody>
      </p:sp>
      <p:sp>
        <p:nvSpPr>
          <p:cNvPr id="38" name="Text 35"/>
          <p:cNvSpPr txBox="1"/>
          <p:nvPr/>
        </p:nvSpPr>
        <p:spPr>
          <a:xfrm>
            <a:off x="1277925" y="8194097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&amp; colleges</a:t>
            </a:r>
            <a:endParaRPr lang="en-US" sz="2009" dirty="0"/>
          </a:p>
        </p:txBody>
      </p:sp>
      <p:sp>
        <p:nvSpPr>
          <p:cNvPr id="39" name="Text 36"/>
          <p:cNvSpPr txBox="1"/>
          <p:nvPr/>
        </p:nvSpPr>
        <p:spPr>
          <a:xfrm>
            <a:off x="1277925" y="8514395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and robotics learning</a:t>
            </a:r>
            <a:endParaRPr lang="en-US" sz="1688" dirty="0"/>
          </a:p>
        </p:txBody>
      </p:sp>
      <p:sp>
        <p:nvSpPr>
          <p:cNvPr id="40" name="Shape 37"/>
          <p:cNvSpPr/>
          <p:nvPr/>
        </p:nvSpPr>
        <p:spPr>
          <a:xfrm>
            <a:off x="396597" y="9048295"/>
            <a:ext cx="5141076" cy="82257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96597" y="9048295"/>
            <a:ext cx="117510" cy="822572"/>
          </a:xfrm>
          <a:prstGeom prst="roundRect">
            <a:avLst>
              <a:gd name="adj" fmla="val 50000"/>
            </a:avLst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0374" y="9253939"/>
            <a:ext cx="411287" cy="411287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90374" y="9286271"/>
            <a:ext cx="411287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7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67" dirty="0"/>
          </a:p>
        </p:txBody>
      </p:sp>
      <p:sp>
        <p:nvSpPr>
          <p:cNvPr id="44" name="Text 41"/>
          <p:cNvSpPr txBox="1"/>
          <p:nvPr/>
        </p:nvSpPr>
        <p:spPr>
          <a:xfrm>
            <a:off x="1277925" y="9134178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</a:t>
            </a:r>
            <a:endParaRPr lang="en-US" sz="2009" dirty="0"/>
          </a:p>
        </p:txBody>
      </p:sp>
      <p:sp>
        <p:nvSpPr>
          <p:cNvPr id="45" name="Text 42"/>
          <p:cNvSpPr txBox="1"/>
          <p:nvPr/>
        </p:nvSpPr>
        <p:spPr>
          <a:xfrm>
            <a:off x="1277925" y="9454478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for elderly people</a:t>
            </a:r>
            <a:endParaRPr lang="en-US" sz="1688" dirty="0"/>
          </a:p>
        </p:txBody>
      </p:sp>
      <p:sp>
        <p:nvSpPr>
          <p:cNvPr id="46" name="Shape 43"/>
          <p:cNvSpPr/>
          <p:nvPr/>
        </p:nvSpPr>
        <p:spPr>
          <a:xfrm>
            <a:off x="5860828" y="3701576"/>
            <a:ext cx="6169292" cy="499419"/>
          </a:xfrm>
          <a:prstGeom prst="roundRect">
            <a:avLst>
              <a:gd name="adj" fmla="val 23529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066470" y="3758082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2009" dirty="0"/>
          </a:p>
        </p:txBody>
      </p:sp>
      <p:sp>
        <p:nvSpPr>
          <p:cNvPr id="48" name="Text 45"/>
          <p:cNvSpPr txBox="1"/>
          <p:nvPr/>
        </p:nvSpPr>
        <p:spPr>
          <a:xfrm>
            <a:off x="5890205" y="4334721"/>
            <a:ext cx="5581740" cy="32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differ between research firms, but all show strong growth.</a:t>
            </a:r>
            <a:endParaRPr lang="en-US" sz="1607" dirty="0"/>
          </a:p>
        </p:txBody>
      </p:sp>
      <p:sp>
        <p:nvSpPr>
          <p:cNvPr id="49" name="Shape 46"/>
          <p:cNvSpPr/>
          <p:nvPr/>
        </p:nvSpPr>
        <p:spPr>
          <a:xfrm>
            <a:off x="5860828" y="4671035"/>
            <a:ext cx="6169292" cy="2056431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860827" y="4671035"/>
            <a:ext cx="117510" cy="2056431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183981" y="4850256"/>
            <a:ext cx="5581740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6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MOBILE ROBOTS</a:t>
            </a:r>
            <a:endParaRPr lang="en-US" sz="1767" dirty="0"/>
          </a:p>
        </p:txBody>
      </p:sp>
      <p:sp>
        <p:nvSpPr>
          <p:cNvPr id="52" name="Text 49"/>
          <p:cNvSpPr txBox="1"/>
          <p:nvPr/>
        </p:nvSpPr>
        <p:spPr>
          <a:xfrm>
            <a:off x="6183981" y="5262553"/>
            <a:ext cx="5581740" cy="6383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534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2.75B → 7.07B</a:t>
            </a:r>
            <a:endParaRPr lang="en-US" sz="3534" dirty="0"/>
          </a:p>
        </p:txBody>
      </p:sp>
      <p:sp>
        <p:nvSpPr>
          <p:cNvPr id="53" name="Text 50"/>
          <p:cNvSpPr txBox="1"/>
          <p:nvPr/>
        </p:nvSpPr>
        <p:spPr>
          <a:xfrm>
            <a:off x="6183981" y="5901218"/>
            <a:ext cx="5581740" cy="3598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4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2032  |  CAGR 14.4%</a:t>
            </a:r>
            <a:endParaRPr lang="en-US" sz="1848" dirty="0"/>
          </a:p>
        </p:txBody>
      </p:sp>
      <p:sp>
        <p:nvSpPr>
          <p:cNvPr id="54" name="Text 51"/>
          <p:cNvSpPr txBox="1"/>
          <p:nvPr/>
        </p:nvSpPr>
        <p:spPr>
          <a:xfrm>
            <a:off x="6183981" y="6250895"/>
            <a:ext cx="5581740" cy="30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26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MarketsandMarkets</a:t>
            </a:r>
            <a:endParaRPr lang="en-US" sz="1526" dirty="0"/>
          </a:p>
        </p:txBody>
      </p:sp>
      <p:sp>
        <p:nvSpPr>
          <p:cNvPr id="55" name="Shape 52"/>
          <p:cNvSpPr/>
          <p:nvPr/>
        </p:nvSpPr>
        <p:spPr>
          <a:xfrm>
            <a:off x="10296842" y="5870529"/>
            <a:ext cx="587552" cy="445650"/>
          </a:xfrm>
          <a:prstGeom prst="rect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96842" y="6337601"/>
            <a:ext cx="587552" cy="280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6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65" dirty="0"/>
          </a:p>
        </p:txBody>
      </p:sp>
      <p:sp>
        <p:nvSpPr>
          <p:cNvPr id="57" name="Shape 54"/>
          <p:cNvSpPr/>
          <p:nvPr/>
        </p:nvSpPr>
        <p:spPr>
          <a:xfrm>
            <a:off x="11060659" y="5170454"/>
            <a:ext cx="587552" cy="114572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1060659" y="6337601"/>
            <a:ext cx="587552" cy="280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6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2032</a:t>
            </a:r>
            <a:endParaRPr lang="en-US" sz="1365" dirty="0"/>
          </a:p>
        </p:txBody>
      </p:sp>
      <p:sp>
        <p:nvSpPr>
          <p:cNvPr id="59" name="Shape 56"/>
          <p:cNvSpPr/>
          <p:nvPr/>
        </p:nvSpPr>
        <p:spPr>
          <a:xfrm>
            <a:off x="5860828" y="6844976"/>
            <a:ext cx="6169292" cy="2056431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860827" y="6844976"/>
            <a:ext cx="117510" cy="2056431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183981" y="7024197"/>
            <a:ext cx="5581740" cy="346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6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MOBILE ROBOT TYPES (BROADER)</a:t>
            </a:r>
            <a:endParaRPr lang="en-US" sz="1767" dirty="0"/>
          </a:p>
        </p:txBody>
      </p:sp>
      <p:sp>
        <p:nvSpPr>
          <p:cNvPr id="62" name="Text 59"/>
          <p:cNvSpPr txBox="1"/>
          <p:nvPr/>
        </p:nvSpPr>
        <p:spPr>
          <a:xfrm>
            <a:off x="6183981" y="7436494"/>
            <a:ext cx="5581740" cy="6383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534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US$33B → 68.9B</a:t>
            </a:r>
            <a:endParaRPr lang="en-US" sz="3534" dirty="0"/>
          </a:p>
        </p:txBody>
      </p:sp>
      <p:sp>
        <p:nvSpPr>
          <p:cNvPr id="63" name="Text 60"/>
          <p:cNvSpPr txBox="1"/>
          <p:nvPr/>
        </p:nvSpPr>
        <p:spPr>
          <a:xfrm>
            <a:off x="6183981" y="8075159"/>
            <a:ext cx="5581740" cy="3598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4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2030</a:t>
            </a:r>
            <a:endParaRPr lang="en-US" sz="1848" dirty="0"/>
          </a:p>
        </p:txBody>
      </p:sp>
      <p:sp>
        <p:nvSpPr>
          <p:cNvPr id="64" name="Text 61"/>
          <p:cNvSpPr txBox="1"/>
          <p:nvPr/>
        </p:nvSpPr>
        <p:spPr>
          <a:xfrm>
            <a:off x="6183981" y="8424836"/>
            <a:ext cx="5581740" cy="30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26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ABI Research</a:t>
            </a:r>
            <a:endParaRPr lang="en-US" sz="1526" dirty="0"/>
          </a:p>
        </p:txBody>
      </p:sp>
      <p:sp>
        <p:nvSpPr>
          <p:cNvPr id="65" name="Shape 62"/>
          <p:cNvSpPr/>
          <p:nvPr/>
        </p:nvSpPr>
        <p:spPr>
          <a:xfrm>
            <a:off x="10296842" y="7941369"/>
            <a:ext cx="587552" cy="548751"/>
          </a:xfrm>
          <a:prstGeom prst="rect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296842" y="8511542"/>
            <a:ext cx="587552" cy="280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6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65" dirty="0"/>
          </a:p>
        </p:txBody>
      </p:sp>
      <p:sp>
        <p:nvSpPr>
          <p:cNvPr id="67" name="Shape 64"/>
          <p:cNvSpPr/>
          <p:nvPr/>
        </p:nvSpPr>
        <p:spPr>
          <a:xfrm>
            <a:off x="11060659" y="7344395"/>
            <a:ext cx="587552" cy="114572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1060659" y="8511542"/>
            <a:ext cx="587552" cy="280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6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365" dirty="0"/>
          </a:p>
        </p:txBody>
      </p:sp>
      <p:sp>
        <p:nvSpPr>
          <p:cNvPr id="69" name="Shape 66"/>
          <p:cNvSpPr/>
          <p:nvPr/>
        </p:nvSpPr>
        <p:spPr>
          <a:xfrm>
            <a:off x="5860828" y="9048295"/>
            <a:ext cx="6169292" cy="822572"/>
          </a:xfrm>
          <a:prstGeom prst="roundRect">
            <a:avLst>
              <a:gd name="adj" fmla="val 17857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154604" y="9142237"/>
            <a:ext cx="5581740" cy="3996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guidance = highest CAGR</a:t>
            </a:r>
            <a:endParaRPr lang="en-US" sz="2088" dirty="0"/>
          </a:p>
        </p:txBody>
      </p:sp>
      <p:sp>
        <p:nvSpPr>
          <p:cNvPr id="71" name="Text 68"/>
          <p:cNvSpPr txBox="1"/>
          <p:nvPr/>
        </p:nvSpPr>
        <p:spPr>
          <a:xfrm>
            <a:off x="6154604" y="9475797"/>
            <a:ext cx="5581740" cy="3200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Vision-based robots like ours are in the fastest-growing area.</a:t>
            </a:r>
            <a:endParaRPr lang="en-US" sz="1607" dirty="0"/>
          </a:p>
        </p:txBody>
      </p:sp>
      <p:sp>
        <p:nvSpPr>
          <p:cNvPr id="72" name="Shape 69"/>
          <p:cNvSpPr/>
          <p:nvPr/>
        </p:nvSpPr>
        <p:spPr>
          <a:xfrm>
            <a:off x="12353273" y="3701576"/>
            <a:ext cx="5522985" cy="499419"/>
          </a:xfrm>
          <a:prstGeom prst="roundRect">
            <a:avLst>
              <a:gd name="adj" fmla="val 2352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2558915" y="3758082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REVENUE MODEL</a:t>
            </a:r>
            <a:endParaRPr lang="en-US" sz="2009" dirty="0"/>
          </a:p>
        </p:txBody>
      </p:sp>
      <p:sp>
        <p:nvSpPr>
          <p:cNvPr id="74" name="Shape 71"/>
          <p:cNvSpPr/>
          <p:nvPr/>
        </p:nvSpPr>
        <p:spPr>
          <a:xfrm>
            <a:off x="12353273" y="4347882"/>
            <a:ext cx="2688048" cy="1292613"/>
          </a:xfrm>
          <a:prstGeom prst="roundRect">
            <a:avLst>
              <a:gd name="adj" fmla="val 1136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2353273" y="4347883"/>
            <a:ext cx="2688048" cy="8813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2529538" y="4549850"/>
            <a:ext cx="5581740" cy="3598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4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Robot-as-a-Service</a:t>
            </a:r>
            <a:endParaRPr lang="en-US" sz="1848" dirty="0"/>
          </a:p>
        </p:txBody>
      </p:sp>
      <p:sp>
        <p:nvSpPr>
          <p:cNvPr id="77" name="Text 74"/>
          <p:cNvSpPr txBox="1"/>
          <p:nvPr/>
        </p:nvSpPr>
        <p:spPr>
          <a:xfrm>
            <a:off x="12529538" y="4907166"/>
            <a:ext cx="5581740" cy="585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rental or</a:t>
            </a:r>
            <a:endParaRPr lang="en-US" sz="1607" dirty="0"/>
          </a:p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607" dirty="0"/>
          </a:p>
        </p:txBody>
      </p:sp>
      <p:sp>
        <p:nvSpPr>
          <p:cNvPr id="78" name="Shape 75"/>
          <p:cNvSpPr/>
          <p:nvPr/>
        </p:nvSpPr>
        <p:spPr>
          <a:xfrm>
            <a:off x="15188208" y="4347882"/>
            <a:ext cx="2688048" cy="1292613"/>
          </a:xfrm>
          <a:prstGeom prst="roundRect">
            <a:avLst>
              <a:gd name="adj" fmla="val 1136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5188208" y="4347883"/>
            <a:ext cx="2688048" cy="8813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15364473" y="4549850"/>
            <a:ext cx="5581740" cy="3598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4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sales</a:t>
            </a:r>
            <a:endParaRPr lang="en-US" sz="1848" dirty="0"/>
          </a:p>
        </p:txBody>
      </p:sp>
      <p:sp>
        <p:nvSpPr>
          <p:cNvPr id="81" name="Text 78"/>
          <p:cNvSpPr txBox="1"/>
          <p:nvPr/>
        </p:nvSpPr>
        <p:spPr>
          <a:xfrm>
            <a:off x="15364473" y="4907166"/>
            <a:ext cx="5581740" cy="585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kits for</a:t>
            </a:r>
            <a:endParaRPr lang="en-US" sz="1607" dirty="0"/>
          </a:p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and hobbyists</a:t>
            </a:r>
            <a:endParaRPr lang="en-US" sz="1607" dirty="0"/>
          </a:p>
        </p:txBody>
      </p:sp>
      <p:sp>
        <p:nvSpPr>
          <p:cNvPr id="82" name="Shape 79"/>
          <p:cNvSpPr/>
          <p:nvPr/>
        </p:nvSpPr>
        <p:spPr>
          <a:xfrm>
            <a:off x="12353273" y="5787383"/>
            <a:ext cx="2688048" cy="1292613"/>
          </a:xfrm>
          <a:prstGeom prst="roundRect">
            <a:avLst>
              <a:gd name="adj" fmla="val 1136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2353273" y="5787383"/>
            <a:ext cx="2688048" cy="8813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12529538" y="5989351"/>
            <a:ext cx="5581740" cy="3598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4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licensing</a:t>
            </a:r>
            <a:endParaRPr lang="en-US" sz="1848" dirty="0"/>
          </a:p>
        </p:txBody>
      </p:sp>
      <p:sp>
        <p:nvSpPr>
          <p:cNvPr id="85" name="Text 82"/>
          <p:cNvSpPr txBox="1"/>
          <p:nvPr/>
        </p:nvSpPr>
        <p:spPr>
          <a:xfrm>
            <a:off x="12529538" y="6346668"/>
            <a:ext cx="5581740" cy="585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software for</a:t>
            </a:r>
            <a:endParaRPr lang="en-US" sz="1607" dirty="0"/>
          </a:p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robot makers</a:t>
            </a:r>
            <a:endParaRPr lang="en-US" sz="1607" dirty="0"/>
          </a:p>
        </p:txBody>
      </p:sp>
      <p:sp>
        <p:nvSpPr>
          <p:cNvPr id="86" name="Shape 83"/>
          <p:cNvSpPr/>
          <p:nvPr/>
        </p:nvSpPr>
        <p:spPr>
          <a:xfrm>
            <a:off x="15188208" y="5787383"/>
            <a:ext cx="2688048" cy="1292613"/>
          </a:xfrm>
          <a:prstGeom prst="roundRect">
            <a:avLst>
              <a:gd name="adj" fmla="val 1136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5188208" y="5787383"/>
            <a:ext cx="2688048" cy="8813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15364473" y="5989351"/>
            <a:ext cx="5581740" cy="3598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84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solutions</a:t>
            </a:r>
            <a:endParaRPr lang="en-US" sz="1848" dirty="0"/>
          </a:p>
        </p:txBody>
      </p:sp>
      <p:sp>
        <p:nvSpPr>
          <p:cNvPr id="89" name="Text 86"/>
          <p:cNvSpPr txBox="1"/>
          <p:nvPr/>
        </p:nvSpPr>
        <p:spPr>
          <a:xfrm>
            <a:off x="15364473" y="6346668"/>
            <a:ext cx="5581740" cy="585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maintenance</a:t>
            </a:r>
            <a:endParaRPr lang="en-US" sz="1607" dirty="0"/>
          </a:p>
          <a:p>
            <a:r>
              <a:rPr lang="en-US" sz="160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businesses</a:t>
            </a:r>
            <a:endParaRPr lang="en-US" sz="1607" dirty="0"/>
          </a:p>
        </p:txBody>
      </p:sp>
      <p:sp>
        <p:nvSpPr>
          <p:cNvPr id="90" name="Shape 87"/>
          <p:cNvSpPr/>
          <p:nvPr/>
        </p:nvSpPr>
        <p:spPr>
          <a:xfrm>
            <a:off x="12353273" y="7256262"/>
            <a:ext cx="5522985" cy="499419"/>
          </a:xfrm>
          <a:prstGeom prst="roundRect">
            <a:avLst>
              <a:gd name="adj" fmla="val 23529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2558915" y="7312769"/>
            <a:ext cx="5581740" cy="386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GROWTH</a:t>
            </a:r>
            <a:endParaRPr lang="en-US" sz="2009" dirty="0"/>
          </a:p>
        </p:txBody>
      </p:sp>
      <p:sp>
        <p:nvSpPr>
          <p:cNvPr id="92" name="Shape 89"/>
          <p:cNvSpPr/>
          <p:nvPr/>
        </p:nvSpPr>
        <p:spPr>
          <a:xfrm>
            <a:off x="12353273" y="7902569"/>
            <a:ext cx="5522985" cy="1968299"/>
          </a:xfrm>
          <a:prstGeom prst="roundRect">
            <a:avLst>
              <a:gd name="adj" fmla="val 746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2353273" y="7902569"/>
            <a:ext cx="117510" cy="1968299"/>
          </a:xfrm>
          <a:prstGeom prst="roundRect">
            <a:avLst>
              <a:gd name="adj" fmla="val 50000"/>
            </a:avLst>
          </a:prstGeom>
          <a:solidFill>
            <a:srgbClr val="008000"/>
          </a:solidFill>
          <a:ln w="12700">
            <a:solidFill>
              <a:srgbClr val="008000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2705803" y="7947329"/>
            <a:ext cx="5581740" cy="85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482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14–20%</a:t>
            </a:r>
            <a:endParaRPr lang="en-US" sz="4820" dirty="0"/>
          </a:p>
        </p:txBody>
      </p:sp>
      <p:sp>
        <p:nvSpPr>
          <p:cNvPr id="95" name="Text 92"/>
          <p:cNvSpPr txBox="1"/>
          <p:nvPr/>
        </p:nvSpPr>
        <p:spPr>
          <a:xfrm>
            <a:off x="15291030" y="8068529"/>
            <a:ext cx="5581740" cy="373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927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per year</a:t>
            </a:r>
            <a:endParaRPr lang="en-US" sz="1927" dirty="0"/>
          </a:p>
        </p:txBody>
      </p:sp>
      <p:sp>
        <p:nvSpPr>
          <p:cNvPr id="96" name="Text 93"/>
          <p:cNvSpPr txBox="1"/>
          <p:nvPr/>
        </p:nvSpPr>
        <p:spPr>
          <a:xfrm>
            <a:off x="15291030" y="8298849"/>
            <a:ext cx="5581740" cy="558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26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forecast, depends</a:t>
            </a:r>
            <a:endParaRPr lang="en-US" sz="1526" dirty="0"/>
          </a:p>
          <a:p>
            <a:r>
              <a:rPr lang="en-US" sz="1526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source</a:t>
            </a:r>
            <a:endParaRPr lang="en-US" sz="1526" dirty="0"/>
          </a:p>
        </p:txBody>
      </p:sp>
      <p:sp>
        <p:nvSpPr>
          <p:cNvPr id="97" name="Shape 94"/>
          <p:cNvSpPr/>
          <p:nvPr/>
        </p:nvSpPr>
        <p:spPr>
          <a:xfrm>
            <a:off x="12676425" y="8842652"/>
            <a:ext cx="4964811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12705803" y="8910994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Logistics: fastest-growing segment</a:t>
            </a:r>
            <a:endParaRPr lang="en-US" sz="1688" dirty="0"/>
          </a:p>
        </p:txBody>
      </p:sp>
      <p:sp>
        <p:nvSpPr>
          <p:cNvPr id="99" name="Text 96"/>
          <p:cNvSpPr txBox="1"/>
          <p:nvPr/>
        </p:nvSpPr>
        <p:spPr>
          <a:xfrm>
            <a:off x="12705803" y="9204769"/>
            <a:ext cx="5581740" cy="333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88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Asia Pacific: fastest-growing region</a:t>
            </a:r>
            <a:endParaRPr lang="en-US" sz="1688" dirty="0"/>
          </a:p>
        </p:txBody>
      </p:sp>
      <p:sp>
        <p:nvSpPr>
          <p:cNvPr id="100" name="Text 97"/>
          <p:cNvSpPr txBox="1"/>
          <p:nvPr/>
        </p:nvSpPr>
        <p:spPr>
          <a:xfrm>
            <a:off x="12882069" y="9453052"/>
            <a:ext cx="5581740" cy="30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26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 for a team in India</a:t>
            </a:r>
            <a:endParaRPr lang="en-US" sz="1526" dirty="0"/>
          </a:p>
        </p:txBody>
      </p:sp>
      <p:pic>
        <p:nvPicPr>
          <p:cNvPr id="102" name="Google Shape;98;p14" title="pptnlogo.png">
            <a:extLst>
              <a:ext uri="{FF2B5EF4-FFF2-40B4-BE49-F238E27FC236}">
                <a16:creationId xmlns:a16="http://schemas.microsoft.com/office/drawing/2014/main" id="{2C649B79-6C0C-6517-B328-A11B7643578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98;p14" title="pptnlogo.png">
            <a:extLst>
              <a:ext uri="{FF2B5EF4-FFF2-40B4-BE49-F238E27FC236}">
                <a16:creationId xmlns:a16="http://schemas.microsoft.com/office/drawing/2014/main" id="{99FEB694-8A96-67C8-0B06-3D681023393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43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DC40B0-5339-E53A-AC2C-BE69697C6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1341120"/>
            <a:ext cx="17785080" cy="86563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50E09F-1DC0-D19D-0929-43766DD9B61F}"/>
              </a:ext>
            </a:extLst>
          </p:cNvPr>
          <p:cNvSpPr/>
          <p:nvPr/>
        </p:nvSpPr>
        <p:spPr>
          <a:xfrm>
            <a:off x="4236720" y="1341120"/>
            <a:ext cx="9936480" cy="472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Arial Black" panose="020B0A04020102020204" pitchFamily="34" charset="0"/>
              </a:rPr>
              <a:t>CIRCUIT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3880977" y="5343265"/>
            <a:ext cx="10521525" cy="43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435310-A74A-B727-FB4E-8A5552418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205517"/>
            <a:ext cx="18059400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_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7543" cy="11658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7182" y="1371566"/>
            <a:ext cx="13715657" cy="685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5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4950" u="sng" dirty="0"/>
          </a:p>
        </p:txBody>
      </p:sp>
      <p:sp>
        <p:nvSpPr>
          <p:cNvPr id="4" name="Shape 1"/>
          <p:cNvSpPr/>
          <p:nvPr/>
        </p:nvSpPr>
        <p:spPr>
          <a:xfrm>
            <a:off x="365751" y="2171646"/>
            <a:ext cx="4183275" cy="7943652"/>
          </a:xfrm>
          <a:prstGeom prst="roundRect">
            <a:avLst>
              <a:gd name="adj" fmla="val 327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0048" y="2285944"/>
            <a:ext cx="3954681" cy="525767"/>
          </a:xfrm>
          <a:prstGeom prst="roundRect">
            <a:avLst>
              <a:gd name="adj" fmla="val 17391"/>
            </a:avLst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24" y="2285944"/>
            <a:ext cx="3726087" cy="5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Deployment: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525767" y="2926007"/>
            <a:ext cx="3863244" cy="3771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and monitor the robot from a phone: live camera feed, battery status, goal setting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or speak a command (“Go to the reception desk”) using the VLM extension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over Wi-Fi/Bluetooth, with no special hardware needed</a:t>
            </a:r>
            <a:endParaRPr lang="en-US" sz="1725" dirty="0"/>
          </a:p>
        </p:txBody>
      </p:sp>
      <p:sp>
        <p:nvSpPr>
          <p:cNvPr id="8" name="Shape 5"/>
          <p:cNvSpPr/>
          <p:nvPr/>
        </p:nvSpPr>
        <p:spPr>
          <a:xfrm>
            <a:off x="480048" y="6812109"/>
            <a:ext cx="3954681" cy="1051533"/>
          </a:xfrm>
          <a:prstGeom prst="roundRect">
            <a:avLst>
              <a:gd name="adj" fmla="val 8696"/>
            </a:avLst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49" y="6812109"/>
            <a:ext cx="57149" cy="1051533"/>
          </a:xfrm>
          <a:prstGeom prst="roundRect">
            <a:avLst>
              <a:gd name="adj" fmla="val 40000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24" y="6812109"/>
            <a:ext cx="3611790" cy="1051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25" b="1" i="1" dirty="0">
                <a:solidFill>
                  <a:srgbClr val="D9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non-technical user (a shopkeeper or teacher) can operate it in minutes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326362" y="8023659"/>
            <a:ext cx="2262054" cy="203448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2" name="Image 1" descr="c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081" y="8069379"/>
            <a:ext cx="2170616" cy="194305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23340" y="2171646"/>
            <a:ext cx="4183275" cy="7943652"/>
          </a:xfrm>
          <a:prstGeom prst="roundRect">
            <a:avLst>
              <a:gd name="adj" fmla="val 327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37637" y="2285944"/>
            <a:ext cx="3954681" cy="525767"/>
          </a:xfrm>
          <a:prstGeom prst="roundRect">
            <a:avLst>
              <a:gd name="adj" fmla="val 17391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513" y="2285944"/>
            <a:ext cx="3726087" cy="5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Improvement:</a:t>
            </a:r>
            <a:endParaRPr lang="en-US" sz="2250" dirty="0"/>
          </a:p>
        </p:txBody>
      </p:sp>
      <p:sp>
        <p:nvSpPr>
          <p:cNvPr id="16" name="Text 12"/>
          <p:cNvSpPr txBox="1"/>
          <p:nvPr/>
        </p:nvSpPr>
        <p:spPr>
          <a:xfrm>
            <a:off x="4983356" y="2926007"/>
            <a:ext cx="3863244" cy="3771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lighter, faster models (e.g., YOLO-nano or Mobile Net variants) so detection runs smoothly on low-cost hardware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depth estimation from a single camera so we don’t need LiDAR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Continual learning: the robot improves from new environments by collecting hard cases and retraining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VLM understanding of multi-step goals (“Pick up the box and take it to room 3”)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937637" y="6812109"/>
            <a:ext cx="3954681" cy="1051533"/>
          </a:xfrm>
          <a:prstGeom prst="roundRect">
            <a:avLst>
              <a:gd name="adj" fmla="val 8696"/>
            </a:avLst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37638" y="6812109"/>
            <a:ext cx="57149" cy="1051533"/>
          </a:xfrm>
          <a:prstGeom prst="roundRect">
            <a:avLst>
              <a:gd name="adj" fmla="val 40000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20513" y="6812109"/>
            <a:ext cx="3611790" cy="1051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25" b="1" i="1" dirty="0">
                <a:solidFill>
                  <a:srgbClr val="D9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accuracy, lower cost, and less dependence on lighting and layout</a:t>
            </a:r>
            <a:endParaRPr lang="en-US" sz="1725" dirty="0"/>
          </a:p>
        </p:txBody>
      </p:sp>
      <p:sp>
        <p:nvSpPr>
          <p:cNvPr id="20" name="Shape 16"/>
          <p:cNvSpPr/>
          <p:nvPr/>
        </p:nvSpPr>
        <p:spPr>
          <a:xfrm>
            <a:off x="5214779" y="8023659"/>
            <a:ext cx="3400397" cy="203448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1" name="Image 2" descr="c_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498" y="8069379"/>
            <a:ext cx="3308960" cy="194305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280928" y="2171646"/>
            <a:ext cx="4183275" cy="7943652"/>
          </a:xfrm>
          <a:prstGeom prst="roundRect">
            <a:avLst>
              <a:gd name="adj" fmla="val 327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95225" y="2285944"/>
            <a:ext cx="3954681" cy="525767"/>
          </a:xfrm>
          <a:prstGeom prst="roundRect">
            <a:avLst>
              <a:gd name="adj" fmla="val 17391"/>
            </a:avLst>
          </a:prstGeom>
          <a:solidFill>
            <a:srgbClr val="1B75D0"/>
          </a:solidFill>
          <a:ln w="12700">
            <a:solidFill>
              <a:srgbClr val="1B75D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578100" y="2285944"/>
            <a:ext cx="3726087" cy="5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Integrations:</a:t>
            </a:r>
            <a:endParaRPr lang="en-US" sz="2250" dirty="0"/>
          </a:p>
        </p:txBody>
      </p:sp>
      <p:sp>
        <p:nvSpPr>
          <p:cNvPr id="25" name="Text 20"/>
          <p:cNvSpPr txBox="1"/>
          <p:nvPr/>
        </p:nvSpPr>
        <p:spPr>
          <a:xfrm>
            <a:off x="9440945" y="2926007"/>
            <a:ext cx="3863244" cy="3771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into hospital, warehouse and hotel systems via APIs (inventory, room service, task queues)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management dashboard: assign tasks to multiple robots and track performance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compliance features: person-aware slowing/stopping, audit logs</a:t>
            </a:r>
            <a:endParaRPr lang="en-US" sz="1725" dirty="0"/>
          </a:p>
        </p:txBody>
      </p:sp>
      <p:sp>
        <p:nvSpPr>
          <p:cNvPr id="26" name="Shape 21"/>
          <p:cNvSpPr/>
          <p:nvPr/>
        </p:nvSpPr>
        <p:spPr>
          <a:xfrm>
            <a:off x="9395225" y="6812109"/>
            <a:ext cx="3954681" cy="1051533"/>
          </a:xfrm>
          <a:prstGeom prst="roundRect">
            <a:avLst>
              <a:gd name="adj" fmla="val 8696"/>
            </a:avLst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395225" y="6812109"/>
            <a:ext cx="57149" cy="1051533"/>
          </a:xfrm>
          <a:prstGeom prst="roundRect">
            <a:avLst>
              <a:gd name="adj" fmla="val 40000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578100" y="6812109"/>
            <a:ext cx="3611790" cy="1051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25" b="1" i="1" dirty="0">
                <a:solidFill>
                  <a:srgbClr val="D9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from “cool demo” to “usable business tool”</a:t>
            </a:r>
            <a:endParaRPr lang="en-US" sz="1725" dirty="0"/>
          </a:p>
        </p:txBody>
      </p:sp>
      <p:sp>
        <p:nvSpPr>
          <p:cNvPr id="29" name="Shape 24"/>
          <p:cNvSpPr/>
          <p:nvPr/>
        </p:nvSpPr>
        <p:spPr>
          <a:xfrm>
            <a:off x="10204094" y="8023659"/>
            <a:ext cx="2336946" cy="203448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30" name="Image 3" descr="c_n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813" y="8069379"/>
            <a:ext cx="2245508" cy="194305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3738517" y="2171646"/>
            <a:ext cx="4183275" cy="7943652"/>
          </a:xfrm>
          <a:prstGeom prst="roundRect">
            <a:avLst>
              <a:gd name="adj" fmla="val 327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3852814" y="2285944"/>
            <a:ext cx="3954681" cy="525767"/>
          </a:xfrm>
          <a:prstGeom prst="roundRect">
            <a:avLst>
              <a:gd name="adj" fmla="val 17391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4035689" y="2285944"/>
            <a:ext cx="3726087" cy="5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to Global Users:</a:t>
            </a:r>
            <a:endParaRPr lang="en-US" sz="2250" dirty="0"/>
          </a:p>
        </p:txBody>
      </p:sp>
      <p:sp>
        <p:nvSpPr>
          <p:cNvPr id="34" name="Text 28"/>
          <p:cNvSpPr txBox="1"/>
          <p:nvPr/>
        </p:nvSpPr>
        <p:spPr>
          <a:xfrm>
            <a:off x="13898532" y="2926007"/>
            <a:ext cx="3863244" cy="3771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SDK and a low-cost robot kit for schools and startups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voice and text commands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model updates pushed to all robots</a:t>
            </a:r>
            <a:endParaRPr lang="en-US" sz="1725" dirty="0"/>
          </a:p>
          <a:p>
            <a:pPr marL="514350" indent="-514350">
              <a:spcAft>
                <a:spcPts val="750"/>
              </a:spcAft>
              <a:buSzPct val="100000"/>
              <a:buChar char="•"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pricing tiers: students, small businesses, enterprise</a:t>
            </a:r>
            <a:endParaRPr lang="en-US" sz="1725" dirty="0"/>
          </a:p>
        </p:txBody>
      </p:sp>
      <p:sp>
        <p:nvSpPr>
          <p:cNvPr id="35" name="Shape 29"/>
          <p:cNvSpPr/>
          <p:nvPr/>
        </p:nvSpPr>
        <p:spPr>
          <a:xfrm>
            <a:off x="13852814" y="6812109"/>
            <a:ext cx="3954681" cy="1051533"/>
          </a:xfrm>
          <a:prstGeom prst="roundRect">
            <a:avLst>
              <a:gd name="adj" fmla="val 8696"/>
            </a:avLst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3852814" y="6812109"/>
            <a:ext cx="57149" cy="1051533"/>
          </a:xfrm>
          <a:prstGeom prst="roundRect">
            <a:avLst>
              <a:gd name="adj" fmla="val 40000"/>
            </a:avLst>
          </a:prstGeom>
          <a:solidFill>
            <a:srgbClr val="D92027"/>
          </a:solidFill>
          <a:ln w="12700">
            <a:solidFill>
              <a:srgbClr val="D92027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4035689" y="6812109"/>
            <a:ext cx="3611790" cy="1051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25" b="1" i="1" dirty="0">
                <a:solidFill>
                  <a:srgbClr val="D9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</a:t>
            </a: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autonomy, so a robot is not only for companies that can afford LiDAR</a:t>
            </a:r>
            <a:endParaRPr lang="en-US" sz="1725" dirty="0"/>
          </a:p>
        </p:txBody>
      </p:sp>
      <p:sp>
        <p:nvSpPr>
          <p:cNvPr id="38" name="Shape 32"/>
          <p:cNvSpPr/>
          <p:nvPr/>
        </p:nvSpPr>
        <p:spPr>
          <a:xfrm>
            <a:off x="14498358" y="8023659"/>
            <a:ext cx="2663592" cy="203448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39" name="Image 4" descr="c_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44077" y="8069379"/>
            <a:ext cx="2572154" cy="1943052"/>
          </a:xfrm>
          <a:prstGeom prst="rect">
            <a:avLst/>
          </a:prstGeom>
        </p:spPr>
      </p:pic>
      <p:pic>
        <p:nvPicPr>
          <p:cNvPr id="41" name="Google Shape;98;p14" title="pptnlogo.png">
            <a:extLst>
              <a:ext uri="{FF2B5EF4-FFF2-40B4-BE49-F238E27FC236}">
                <a16:creationId xmlns:a16="http://schemas.microsoft.com/office/drawing/2014/main" id="{59980824-301A-783C-284E-9C3D67F120C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_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8287543" cy="11429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7182" y="1371566"/>
            <a:ext cx="13715657" cy="685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5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EXTRA(OPTIONAL)</a:t>
            </a:r>
            <a:endParaRPr lang="en-US" sz="4950" u="sng" dirty="0"/>
          </a:p>
        </p:txBody>
      </p:sp>
      <p:sp>
        <p:nvSpPr>
          <p:cNvPr id="4" name="Text 1"/>
          <p:cNvSpPr txBox="1"/>
          <p:nvPr/>
        </p:nvSpPr>
        <p:spPr>
          <a:xfrm>
            <a:off x="377182" y="2148786"/>
            <a:ext cx="10286744" cy="50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77182" y="2697413"/>
            <a:ext cx="1714457" cy="68579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52" y="2994585"/>
            <a:ext cx="5600561" cy="4434729"/>
          </a:xfrm>
          <a:prstGeom prst="roundRect">
            <a:avLst>
              <a:gd name="adj" fmla="val 3608"/>
            </a:avLst>
          </a:prstGeom>
          <a:solidFill>
            <a:srgbClr val="FFDE59"/>
          </a:solidFill>
          <a:ln w="12700">
            <a:solidFill>
              <a:srgbClr val="FFDE5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52" y="2994585"/>
            <a:ext cx="5600561" cy="114297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pic>
        <p:nvPicPr>
          <p:cNvPr id="8" name="Image 1" descr="c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980" y="3218607"/>
            <a:ext cx="1040105" cy="83208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1494" y="4183276"/>
            <a:ext cx="5029074" cy="75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Computer Vision &amp; Object Detection</a:t>
            </a:r>
            <a:endParaRPr lang="en-US" sz="2550" dirty="0"/>
          </a:p>
        </p:txBody>
      </p:sp>
      <p:sp>
        <p:nvSpPr>
          <p:cNvPr id="10" name="Text 6"/>
          <p:cNvSpPr txBox="1"/>
          <p:nvPr/>
        </p:nvSpPr>
        <p:spPr>
          <a:xfrm>
            <a:off x="651494" y="4983356"/>
            <a:ext cx="5029074" cy="141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and OpenCV provide the foundation for identifying people and objects in camera frames. Detection results can inform the robot’s movement decisions.</a:t>
            </a:r>
            <a:endParaRPr lang="en-US" sz="2025" dirty="0"/>
          </a:p>
        </p:txBody>
      </p:sp>
      <p:sp>
        <p:nvSpPr>
          <p:cNvPr id="11" name="Shape 7"/>
          <p:cNvSpPr/>
          <p:nvPr/>
        </p:nvSpPr>
        <p:spPr>
          <a:xfrm>
            <a:off x="651494" y="6537797"/>
            <a:ext cx="5029074" cy="708642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39" y="6537797"/>
            <a:ext cx="4686183" cy="70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</a:t>
            </a: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 documentation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6343492" y="2994585"/>
            <a:ext cx="5600561" cy="4434729"/>
          </a:xfrm>
          <a:prstGeom prst="roundRect">
            <a:avLst>
              <a:gd name="adj" fmla="val 3608"/>
            </a:avLst>
          </a:prstGeom>
          <a:solidFill>
            <a:srgbClr val="FFDE59"/>
          </a:solidFill>
          <a:ln w="12700">
            <a:solidFill>
              <a:srgbClr val="FFDE5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43492" y="2994585"/>
            <a:ext cx="5600561" cy="114297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pic>
        <p:nvPicPr>
          <p:cNvPr id="15" name="Image 2" descr="c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862" y="3263184"/>
            <a:ext cx="1069821" cy="7429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29235" y="4183276"/>
            <a:ext cx="5029074" cy="75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Autonomous Navigation &amp; Safety</a:t>
            </a:r>
            <a:endParaRPr lang="en-US" sz="2550" dirty="0"/>
          </a:p>
        </p:txBody>
      </p:sp>
      <p:sp>
        <p:nvSpPr>
          <p:cNvPr id="17" name="Text 12"/>
          <p:cNvSpPr txBox="1"/>
          <p:nvPr/>
        </p:nvSpPr>
        <p:spPr>
          <a:xfrm>
            <a:off x="6629235" y="4983356"/>
            <a:ext cx="5029074" cy="141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navigation combines goal-directed movement, sensor feedback and obstacle handling. A proximity sensor can provide an additional stop condition.</a:t>
            </a:r>
            <a:endParaRPr lang="en-US" sz="2025" dirty="0"/>
          </a:p>
        </p:txBody>
      </p:sp>
      <p:sp>
        <p:nvSpPr>
          <p:cNvPr id="18" name="Shape 13"/>
          <p:cNvSpPr/>
          <p:nvPr/>
        </p:nvSpPr>
        <p:spPr>
          <a:xfrm>
            <a:off x="6629235" y="6537797"/>
            <a:ext cx="5029074" cy="708642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00681" y="6537797"/>
            <a:ext cx="4686183" cy="70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</a:t>
            </a: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Navigation (Nav2) concepts</a:t>
            </a:r>
            <a:endParaRPr lang="en-US" sz="1950" dirty="0"/>
          </a:p>
        </p:txBody>
      </p:sp>
      <p:sp>
        <p:nvSpPr>
          <p:cNvPr id="20" name="Shape 15"/>
          <p:cNvSpPr/>
          <p:nvPr/>
        </p:nvSpPr>
        <p:spPr>
          <a:xfrm>
            <a:off x="12321233" y="2994585"/>
            <a:ext cx="5600561" cy="4434729"/>
          </a:xfrm>
          <a:prstGeom prst="roundRect">
            <a:avLst>
              <a:gd name="adj" fmla="val 3608"/>
            </a:avLst>
          </a:prstGeom>
          <a:solidFill>
            <a:srgbClr val="FFDE59"/>
          </a:solidFill>
          <a:ln w="12700">
            <a:solidFill>
              <a:srgbClr val="FFDE5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2321233" y="2994585"/>
            <a:ext cx="5600561" cy="114297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pic>
        <p:nvPicPr>
          <p:cNvPr id="22" name="Image 3" descr="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4905" y="3382053"/>
            <a:ext cx="713214" cy="50519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606975" y="4183276"/>
            <a:ext cx="5029074" cy="75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Vision-Language Robotics</a:t>
            </a:r>
            <a:endParaRPr lang="en-US" sz="2550" dirty="0"/>
          </a:p>
        </p:txBody>
      </p:sp>
      <p:sp>
        <p:nvSpPr>
          <p:cNvPr id="24" name="Text 18"/>
          <p:cNvSpPr txBox="1"/>
          <p:nvPr/>
        </p:nvSpPr>
        <p:spPr>
          <a:xfrm>
            <a:off x="12606975" y="4983356"/>
            <a:ext cx="5029074" cy="141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Vision-language-action research explores how robots can connect visual information and everyday instructions with physical actions. This supports our proposed future scope.</a:t>
            </a:r>
            <a:endParaRPr lang="en-US" sz="2025" dirty="0"/>
          </a:p>
        </p:txBody>
      </p:sp>
      <p:sp>
        <p:nvSpPr>
          <p:cNvPr id="25" name="Shape 19"/>
          <p:cNvSpPr/>
          <p:nvPr/>
        </p:nvSpPr>
        <p:spPr>
          <a:xfrm>
            <a:off x="12606975" y="6537797"/>
            <a:ext cx="5029074" cy="708642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2778421" y="6537797"/>
            <a:ext cx="4686183" cy="70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</a:t>
            </a: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DeepMind’s Gemini Robotics research</a:t>
            </a:r>
            <a:endParaRPr lang="en-US" sz="1950" dirty="0"/>
          </a:p>
        </p:txBody>
      </p:sp>
      <p:sp>
        <p:nvSpPr>
          <p:cNvPr id="27" name="Shape 21"/>
          <p:cNvSpPr/>
          <p:nvPr/>
        </p:nvSpPr>
        <p:spPr>
          <a:xfrm>
            <a:off x="365752" y="7635050"/>
            <a:ext cx="17556041" cy="2423100"/>
          </a:xfrm>
          <a:prstGeom prst="roundRect">
            <a:avLst>
              <a:gd name="adj" fmla="val 4717"/>
            </a:avLst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65751" y="7635050"/>
            <a:ext cx="91437" cy="2423100"/>
          </a:xfrm>
          <a:prstGeom prst="rect">
            <a:avLst/>
          </a:prstGeom>
          <a:solidFill>
            <a:srgbClr val="FDC413"/>
          </a:solidFill>
          <a:ln w="12700">
            <a:solidFill>
              <a:srgbClr val="FDC41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4361" y="7726487"/>
            <a:ext cx="16915977" cy="224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900"/>
              </a:spcAft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Ultralytics- </a:t>
            </a:r>
            <a:r>
              <a:rPr lang="en-US" sz="2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https://docs.ultralytics.com/</a:t>
            </a:r>
            <a:endParaRPr lang="en-US" sz="2100" dirty="0"/>
          </a:p>
          <a:p>
            <a:pPr>
              <a:spcAft>
                <a:spcPts val="900"/>
              </a:spcAft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Navigation Concepts- </a:t>
            </a:r>
            <a:r>
              <a:rPr lang="en-US" sz="2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https://docs.nav2.org/rolling/getting_started/navigation_concepts/</a:t>
            </a:r>
            <a:endParaRPr lang="en-US" sz="2100" dirty="0"/>
          </a:p>
          <a:p>
            <a:pPr>
              <a:spcAft>
                <a:spcPts val="900"/>
              </a:spcAft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DeepMind- </a:t>
            </a:r>
            <a:r>
              <a:rPr lang="en-US" sz="2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https://deepmind.google/en/models/gemini-robotics/</a:t>
            </a:r>
            <a:endParaRPr lang="en-US" sz="2100" dirty="0"/>
          </a:p>
          <a:p>
            <a:pPr>
              <a:spcAft>
                <a:spcPts val="900"/>
              </a:spcAft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Institute- </a:t>
            </a:r>
            <a:r>
              <a:rPr lang="en-US" sz="2100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https://www.ieee.org/publications-research</a:t>
            </a:r>
            <a:endParaRPr lang="en-US" sz="2100" dirty="0"/>
          </a:p>
        </p:txBody>
      </p:sp>
      <p:pic>
        <p:nvPicPr>
          <p:cNvPr id="31" name="Google Shape;98;p14" title="pptnlogo.png">
            <a:extLst>
              <a:ext uri="{FF2B5EF4-FFF2-40B4-BE49-F238E27FC236}">
                <a16:creationId xmlns:a16="http://schemas.microsoft.com/office/drawing/2014/main" id="{E1D96759-20E6-00EE-D737-718737217384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88" i="0" u="none" strike="noStrike" cap="non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67" i="0" u="none" strike="noStrike" cap="non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1233</Words>
  <Application>Microsoft Office PowerPoint</Application>
  <PresentationFormat>Custom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Wingdings</vt:lpstr>
      <vt:lpstr>Bahnschrift SemiBold</vt:lpstr>
      <vt:lpstr>Bodoni MT Black</vt:lpstr>
      <vt:lpstr>Calibri</vt:lpstr>
      <vt:lpstr>Caveat</vt:lpstr>
      <vt:lpstr>Arial Black</vt:lpstr>
      <vt:lpstr>Montserrat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Manish Sahu</dc:creator>
  <cp:lastModifiedBy>Shriyansh Raj</cp:lastModifiedBy>
  <cp:revision>10</cp:revision>
  <dcterms:modified xsi:type="dcterms:W3CDTF">2026-10-28T11:40:24Z</dcterms:modified>
</cp:coreProperties>
</file>